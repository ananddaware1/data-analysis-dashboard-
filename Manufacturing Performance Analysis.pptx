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41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382458-DF39-4124-99B6-DCAA3E7D03D7}" type="datetimeFigureOut">
              <a:rPr lang="en-IN" smtClean="0"/>
              <a:t>07-10-2025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B79C26-9305-425B-9560-C16D7EB551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45974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morning. This analysis focuses on our manufacturing data from </a:t>
            </a:r>
            <a:r>
              <a:rPr lang="en-US" b="1" dirty="0"/>
              <a:t>November 2015</a:t>
            </a:r>
            <a:r>
              <a:rPr lang="en-US" dirty="0"/>
              <a:t>. Our goal is to move beyond simply reporting numbers and use data to pinpoint the exact sources of production waste and operational bottlenecks.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B79C26-9305-425B-9560-C16D7EB55122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22660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analyzed highly detailed production data across all our resources. The key objective is clear: Reduce our total </a:t>
            </a:r>
            <a:r>
              <a:rPr lang="en-US" b="1" dirty="0"/>
              <a:t>Wastage %</a:t>
            </a:r>
            <a:r>
              <a:rPr lang="en-US" dirty="0"/>
              <a:t>. Given the single-month constraint, we had to focus on granular details to quickly identify actionable root causes.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B79C26-9305-425B-9560-C16D7EB55122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66059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current wastage stands at </a:t>
            </a:r>
            <a:r>
              <a:rPr lang="en-US" b="1" dirty="0"/>
              <a:t>0.61%</a:t>
            </a:r>
            <a:r>
              <a:rPr lang="en-US" dirty="0"/>
              <a:t>. This is our baseline and represents a significant recoverable loss. Every analysis that follows is focused on how to reduce this single percentage point.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B79C26-9305-425B-9560-C16D7EB55122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58593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immediately isolated the high-risk factors. The daily trend clearly shows critical failure days, like </a:t>
            </a:r>
            <a:r>
              <a:rPr lang="en-US" b="1" dirty="0"/>
              <a:t>November 09</a:t>
            </a:r>
            <a:r>
              <a:rPr lang="en-US" dirty="0"/>
              <a:t>. The Top 5 charts pinpoint the equipment and personnel: we must focus our immediate efforts on </a:t>
            </a:r>
            <a:r>
              <a:rPr lang="en-US" b="1" dirty="0"/>
              <a:t>Pooja Verma</a:t>
            </a:r>
            <a:r>
              <a:rPr lang="en-US" dirty="0"/>
              <a:t>, </a:t>
            </a:r>
            <a:r>
              <a:rPr lang="en-US" b="1" dirty="0"/>
              <a:t>Shruti Singh</a:t>
            </a:r>
            <a:r>
              <a:rPr lang="en-US" dirty="0"/>
              <a:t>, and </a:t>
            </a:r>
            <a:r>
              <a:rPr lang="en-US" b="1" dirty="0"/>
              <a:t>Machine MC050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B79C26-9305-425B-9560-C16D7EB55122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35700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most critical insight. Our overall efficiency is masked by this huge disparity. The </a:t>
            </a:r>
            <a:r>
              <a:rPr lang="en-US" b="1" dirty="0"/>
              <a:t>Woven Label's Production</a:t>
            </a:r>
            <a:r>
              <a:rPr lang="en-US" dirty="0"/>
              <a:t> process is operating at a near 1% waste rate, while Printed Label's are highly efficient. All our resources must be directed toward fixing the Woven Label's line."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B79C26-9305-425B-9560-C16D7EB55122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24619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While the one-month data limit was a challenge, we adapted by focusing on daily variance and granular segmentation. Our biggest learning is the power of isolating machine-specific rejection data—this instantly created our maintenance plan.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B79C26-9305-425B-9560-C16D7EB55122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8453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recommendations are simple and prioritized. We must fix the high-risk equipment, coach the personnel, and audit the Woven Label's process. Our immediate goal is to reduce that high Woven Label's wastage rate to </a:t>
            </a:r>
            <a:r>
              <a:rPr lang="en-US" b="1" dirty="0"/>
              <a:t>0.40%</a:t>
            </a:r>
            <a:r>
              <a:rPr lang="en-US" dirty="0"/>
              <a:t> next month.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B79C26-9305-425B-9560-C16D7EB55122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48456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dashboard—the single source of truth for our performance. It allows us to hold data-driven conversations. Thank you for your time. I am now open for questions on the data or the proposed action plan.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B79C26-9305-425B-9560-C16D7EB55122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92003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B79C26-9305-425B-9560-C16D7EB55122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60811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1734DBF-D33A-9B28-288C-C2DAB9E541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78992" y="1956816"/>
            <a:ext cx="10040112" cy="2387600"/>
          </a:xfrm>
        </p:spPr>
        <p:txBody>
          <a:bodyPr anchor="t">
            <a:noAutofit/>
          </a:bodyPr>
          <a:lstStyle>
            <a:lvl1pPr algn="l">
              <a:defRPr sz="9600" spc="300" baseline="0">
                <a:ln w="28575">
                  <a:solidFill>
                    <a:schemeClr val="tx1"/>
                  </a:solidFill>
                </a:ln>
                <a:noFill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8992" y="4901184"/>
            <a:ext cx="10040112" cy="1280160"/>
          </a:xfrm>
        </p:spPr>
        <p:txBody>
          <a:bodyPr/>
          <a:lstStyle>
            <a:lvl1pPr marL="0" indent="0" algn="l">
              <a:buNone/>
              <a:defRPr sz="2400" b="1" baseline="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9280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1D3B0F0-DE71-18AB-7957-4CFA29C3A3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90"/>
            <a:ext cx="5797296" cy="600071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F04770F-E995-EF98-B4D1-9F13733EEF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0" y="0"/>
            <a:ext cx="3429000" cy="6807199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3392E024-DB0F-45F6-7A0A-359A57817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216152"/>
            <a:ext cx="5184648" cy="4416552"/>
          </a:xfrm>
        </p:spPr>
        <p:txBody>
          <a:bodyPr lIns="0" rIns="0"/>
          <a:lstStyle>
            <a:lvl1pPr algn="r">
              <a:defRPr sz="4800" cap="all" spc="4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59AC38BE-9C76-A3FA-7823-F4A4B43AB75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00800" y="1216025"/>
            <a:ext cx="5184648" cy="4416425"/>
          </a:xfr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2400" b="1" spc="200" baseline="0"/>
            </a:lvl1pPr>
            <a:lvl2pPr marL="228600">
              <a:lnSpc>
                <a:spcPct val="150000"/>
              </a:lnSpc>
              <a:spcBef>
                <a:spcPts val="1000"/>
              </a:spcBef>
              <a:defRPr sz="2400" spc="100" baseline="0"/>
            </a:lvl2pPr>
            <a:lvl3pPr marL="457200">
              <a:lnSpc>
                <a:spcPct val="150000"/>
              </a:lnSpc>
              <a:spcBef>
                <a:spcPts val="1000"/>
              </a:spcBef>
              <a:defRPr sz="2400" spc="100" baseline="0"/>
            </a:lvl3pPr>
            <a:lvl4pPr marL="685800">
              <a:lnSpc>
                <a:spcPct val="150000"/>
              </a:lnSpc>
              <a:spcBef>
                <a:spcPts val="1000"/>
              </a:spcBef>
              <a:defRPr sz="2400" spc="100" baseline="0"/>
            </a:lvl4pPr>
            <a:lvl5pPr marL="914400">
              <a:lnSpc>
                <a:spcPct val="150000"/>
              </a:lnSpc>
              <a:spcBef>
                <a:spcPts val="1000"/>
              </a:spcBef>
              <a:defRPr sz="2400" spc="1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C6CA6E-C1AB-4B24-80C7-A4B12640B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EFB41-7AD3-4519-95E7-416BFA1A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/>
          <a:lstStyle/>
          <a:p>
            <a:fld id="{8CC1585F-E0F1-4F46-BB46-E747B7C72E1C}" type="slidenum">
              <a:rPr lang="en-IN" smtClean="0"/>
              <a:t>‹#›</a:t>
            </a:fld>
            <a:endParaRPr lang="en-IN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C8AF3-79E7-17ED-9EB4-3006B31E422C}"/>
              </a:ext>
            </a:extLst>
          </p:cNvPr>
          <p:cNvCxnSpPr>
            <a:cxnSpLocks/>
          </p:cNvCxnSpPr>
          <p:nvPr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75A76CC-ED26-C4F7-5AB6-59D1A4C4A7F2}"/>
              </a:ext>
            </a:extLst>
          </p:cNvPr>
          <p:cNvCxnSpPr>
            <a:cxnSpLocks/>
          </p:cNvCxnSpPr>
          <p:nvPr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2942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0328C38-4E83-27EA-9D01-DDDF734988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0576" y="3428234"/>
            <a:ext cx="6821424" cy="342976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270B91D-A39E-3D53-DBBB-DF836D19BE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654518" cy="5239512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3392E024-DB0F-45F6-7A0A-359A57817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216152"/>
            <a:ext cx="5184648" cy="4416552"/>
          </a:xfrm>
        </p:spPr>
        <p:txBody>
          <a:bodyPr lIns="0" rIns="0"/>
          <a:lstStyle>
            <a:lvl1pPr algn="r">
              <a:defRPr sz="4800" cap="all" spc="4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59AC38BE-9C76-A3FA-7823-F4A4B43AB75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00800" y="1216025"/>
            <a:ext cx="5184648" cy="4416425"/>
          </a:xfrm>
        </p:spPr>
        <p:txBody>
          <a:bodyPr anchor="ctr"/>
          <a:lstStyle>
            <a:lvl1pPr marL="0" indent="0">
              <a:lnSpc>
                <a:spcPct val="150000"/>
              </a:lnSpc>
              <a:spcBef>
                <a:spcPts val="1000"/>
              </a:spcBef>
              <a:buNone/>
              <a:defRPr sz="1600" spc="100" baseline="0"/>
            </a:lvl1pPr>
            <a:lvl2pPr marL="228600">
              <a:lnSpc>
                <a:spcPct val="150000"/>
              </a:lnSpc>
              <a:spcBef>
                <a:spcPts val="1000"/>
              </a:spcBef>
              <a:defRPr sz="1600" spc="100" baseline="0"/>
            </a:lvl2pPr>
            <a:lvl3pPr marL="457200">
              <a:lnSpc>
                <a:spcPct val="150000"/>
              </a:lnSpc>
              <a:spcBef>
                <a:spcPts val="1000"/>
              </a:spcBef>
              <a:defRPr sz="1600" spc="100" baseline="0"/>
            </a:lvl3pPr>
            <a:lvl4pPr marL="685800">
              <a:lnSpc>
                <a:spcPct val="150000"/>
              </a:lnSpc>
              <a:spcBef>
                <a:spcPts val="1000"/>
              </a:spcBef>
              <a:defRPr sz="1600" spc="100" baseline="0"/>
            </a:lvl4pPr>
            <a:lvl5pPr marL="914400">
              <a:lnSpc>
                <a:spcPct val="150000"/>
              </a:lnSpc>
              <a:spcBef>
                <a:spcPts val="1000"/>
              </a:spcBef>
              <a:defRPr sz="1600" spc="1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C6CA6E-C1AB-4B24-80C7-A4B12640B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EFB41-7AD3-4519-95E7-416BFA1A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/>
          <a:lstStyle/>
          <a:p>
            <a:fld id="{8CC1585F-E0F1-4F46-BB46-E747B7C72E1C}" type="slidenum">
              <a:rPr lang="en-IN" smtClean="0"/>
              <a:t>‹#›</a:t>
            </a:fld>
            <a:endParaRPr lang="en-IN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C8AF3-79E7-17ED-9EB4-3006B31E422C}"/>
              </a:ext>
            </a:extLst>
          </p:cNvPr>
          <p:cNvCxnSpPr>
            <a:cxnSpLocks/>
          </p:cNvCxnSpPr>
          <p:nvPr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75A76CC-ED26-C4F7-5AB6-59D1A4C4A7F2}"/>
              </a:ext>
            </a:extLst>
          </p:cNvPr>
          <p:cNvCxnSpPr>
            <a:cxnSpLocks/>
          </p:cNvCxnSpPr>
          <p:nvPr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1204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FEC1861-1570-5A6A-D3BA-4A17F008A5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10B0FF2F-3458-EA78-83DC-46FB2E5CE1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78992" y="1956816"/>
            <a:ext cx="10040112" cy="2387600"/>
          </a:xfrm>
        </p:spPr>
        <p:txBody>
          <a:bodyPr anchor="t">
            <a:noAutofit/>
          </a:bodyPr>
          <a:lstStyle>
            <a:lvl1pPr algn="l">
              <a:defRPr sz="9600" spc="300" baseline="0">
                <a:ln w="28575">
                  <a:solidFill>
                    <a:schemeClr val="tx1"/>
                  </a:solidFill>
                </a:ln>
                <a:noFill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DC93615E-193E-5253-6EE0-EC01791E3A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8992" y="4901184"/>
            <a:ext cx="10040112" cy="1280160"/>
          </a:xfrm>
        </p:spPr>
        <p:txBody>
          <a:bodyPr/>
          <a:lstStyle>
            <a:lvl1pPr marL="0" indent="0" algn="l">
              <a:buNone/>
              <a:defRPr sz="2400" b="1" baseline="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8067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437D9B2-AE86-9092-7072-0F717E3CA8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55535"/>
            <a:ext cx="4727448" cy="32024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BF7E0A5-7E8E-4A90-B415-12984C7AB2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8245" y="0"/>
            <a:ext cx="5643755" cy="2313432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3392E024-DB0F-45F6-7A0A-359A57817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216152"/>
            <a:ext cx="5184648" cy="4416552"/>
          </a:xfrm>
        </p:spPr>
        <p:txBody>
          <a:bodyPr lIns="0" rIns="0"/>
          <a:lstStyle>
            <a:lvl1pPr algn="r">
              <a:defRPr sz="4800" cap="all" spc="4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59AC38BE-9C76-A3FA-7823-F4A4B43AB75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00800" y="1216025"/>
            <a:ext cx="5184648" cy="4416425"/>
          </a:xfrm>
        </p:spPr>
        <p:txBody>
          <a:bodyPr anchor="ctr"/>
          <a:lstStyle>
            <a:lvl1pPr marL="0" indent="0">
              <a:lnSpc>
                <a:spcPct val="150000"/>
              </a:lnSpc>
              <a:spcBef>
                <a:spcPts val="1000"/>
              </a:spcBef>
              <a:buNone/>
              <a:defRPr sz="1600" spc="100" baseline="0"/>
            </a:lvl1pPr>
            <a:lvl2pPr marL="228600">
              <a:lnSpc>
                <a:spcPct val="150000"/>
              </a:lnSpc>
              <a:spcBef>
                <a:spcPts val="1000"/>
              </a:spcBef>
              <a:defRPr sz="1600" spc="100" baseline="0"/>
            </a:lvl2pPr>
            <a:lvl3pPr marL="457200">
              <a:lnSpc>
                <a:spcPct val="150000"/>
              </a:lnSpc>
              <a:spcBef>
                <a:spcPts val="1000"/>
              </a:spcBef>
              <a:defRPr sz="1600" spc="100" baseline="0"/>
            </a:lvl3pPr>
            <a:lvl4pPr marL="685800">
              <a:lnSpc>
                <a:spcPct val="150000"/>
              </a:lnSpc>
              <a:spcBef>
                <a:spcPts val="1000"/>
              </a:spcBef>
              <a:defRPr sz="1600" spc="100" baseline="0"/>
            </a:lvl4pPr>
            <a:lvl5pPr marL="914400">
              <a:lnSpc>
                <a:spcPct val="150000"/>
              </a:lnSpc>
              <a:spcBef>
                <a:spcPts val="1000"/>
              </a:spcBef>
              <a:defRPr sz="1600" spc="1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C6CA6E-C1AB-4B24-80C7-A4B12640B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EFB41-7AD3-4519-95E7-416BFA1A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/>
          <a:lstStyle/>
          <a:p>
            <a:fld id="{8CC1585F-E0F1-4F46-BB46-E747B7C72E1C}" type="slidenum">
              <a:rPr lang="en-IN" smtClean="0"/>
              <a:t>‹#›</a:t>
            </a:fld>
            <a:endParaRPr lang="en-IN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C8AF3-79E7-17ED-9EB4-3006B31E422C}"/>
              </a:ext>
            </a:extLst>
          </p:cNvPr>
          <p:cNvCxnSpPr>
            <a:cxnSpLocks/>
          </p:cNvCxnSpPr>
          <p:nvPr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75A76CC-ED26-C4F7-5AB6-59D1A4C4A7F2}"/>
              </a:ext>
            </a:extLst>
          </p:cNvPr>
          <p:cNvCxnSpPr>
            <a:cxnSpLocks/>
          </p:cNvCxnSpPr>
          <p:nvPr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2308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EFA7995-D0F4-05F2-CDF1-463407E3BA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909" y="0"/>
            <a:ext cx="5160091" cy="40416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92D768B-E662-B315-7576-313DFCE2AB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27248"/>
            <a:ext cx="4162200" cy="37307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868679"/>
            <a:ext cx="10972800" cy="1572768"/>
          </a:xfrm>
        </p:spPr>
        <p:txBody>
          <a:bodyPr lIns="91440" tIns="182880" rIns="91440" bIns="0"/>
          <a:lstStyle>
            <a:lvl1pPr algn="ctr">
              <a:lnSpc>
                <a:spcPct val="90000"/>
              </a:lnSpc>
              <a:defRPr sz="4800" spc="4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2647" y="2441448"/>
            <a:ext cx="10972800" cy="3044952"/>
          </a:xfrm>
        </p:spPr>
        <p:txBody>
          <a:bodyPr/>
          <a:lstStyle>
            <a:lvl1pPr>
              <a:lnSpc>
                <a:spcPct val="100000"/>
              </a:lnSpc>
              <a:spcBef>
                <a:spcPts val="1000"/>
              </a:spcBef>
              <a:defRPr sz="1600" spc="100" baseline="0"/>
            </a:lvl1pPr>
            <a:lvl2pPr>
              <a:lnSpc>
                <a:spcPct val="100000"/>
              </a:lnSpc>
              <a:spcBef>
                <a:spcPts val="1000"/>
              </a:spcBef>
              <a:defRPr sz="1400" spc="100" baseline="0"/>
            </a:lvl2pPr>
            <a:lvl3pPr>
              <a:lnSpc>
                <a:spcPct val="100000"/>
              </a:lnSpc>
              <a:spcBef>
                <a:spcPts val="1000"/>
              </a:spcBef>
              <a:defRPr sz="1200" spc="100" baseline="0"/>
            </a:lvl3pPr>
            <a:lvl4pPr>
              <a:lnSpc>
                <a:spcPct val="100000"/>
              </a:lnSpc>
              <a:spcBef>
                <a:spcPts val="1000"/>
              </a:spcBef>
              <a:defRPr sz="1100" spc="100" baseline="0"/>
            </a:lvl4pPr>
            <a:lvl5pPr>
              <a:lnSpc>
                <a:spcPct val="100000"/>
              </a:lnSpc>
              <a:spcBef>
                <a:spcPts val="1000"/>
              </a:spcBef>
              <a:defRPr sz="1100" spc="1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/>
          <a:lstStyle/>
          <a:p>
            <a:fld id="{8CC1585F-E0F1-4F46-BB46-E747B7C72E1C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7AC635D-0E01-2452-CC44-1DAE0F96DF63}"/>
              </a:ext>
            </a:extLst>
          </p:cNvPr>
          <p:cNvCxnSpPr>
            <a:cxnSpLocks/>
          </p:cNvCxnSpPr>
          <p:nvPr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4ED63FD-A76F-FB56-8D44-31BD432133C5}"/>
              </a:ext>
            </a:extLst>
          </p:cNvPr>
          <p:cNvCxnSpPr>
            <a:cxnSpLocks/>
          </p:cNvCxnSpPr>
          <p:nvPr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8172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78303F0-A6CC-605A-D08C-4E4ED07C2F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196903" cy="361188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04458FB-E7BB-F476-4A31-9C5AA406E2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2680" y="4079057"/>
            <a:ext cx="5989320" cy="2778943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3392E024-DB0F-45F6-7A0A-359A57817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3240" y="2651760"/>
            <a:ext cx="6309360" cy="1580714"/>
          </a:xfrm>
        </p:spPr>
        <p:txBody>
          <a:bodyPr lIns="91440" rIns="91440" anchor="t"/>
          <a:lstStyle>
            <a:lvl1pPr algn="l">
              <a:lnSpc>
                <a:spcPct val="100000"/>
              </a:lnSpc>
              <a:defRPr sz="2800" cap="none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4138E8D-4D76-2023-4B97-8ACB8894C5F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63240" y="4232475"/>
            <a:ext cx="5775960" cy="333945"/>
          </a:xfrm>
        </p:spPr>
        <p:txBody>
          <a:bodyPr/>
          <a:lstStyle>
            <a:lvl1pPr marL="0" indent="0">
              <a:buNone/>
              <a:defRPr sz="1800" spc="20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D1FFE415-7AFC-D826-1BD1-1993DED3B01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737922" y="3591339"/>
            <a:ext cx="1171575" cy="23876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7000" b="1" cap="all" spc="300" dirty="0">
                <a:ln w="28575">
                  <a:solidFill>
                    <a:schemeClr val="tx1"/>
                  </a:solidFill>
                </a:ln>
                <a:noFill/>
                <a:latin typeface="+mj-lt"/>
                <a:ea typeface="+mj-ea"/>
              </a:defRPr>
            </a:lvl1pPr>
          </a:lstStyle>
          <a:p>
            <a:pPr marL="914400" lvl="0" indent="-1143000">
              <a:spcBef>
                <a:spcPct val="0"/>
              </a:spcBef>
            </a:pPr>
            <a:r>
              <a:rPr lang="en-US" dirty="0"/>
              <a:t>”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0962DFC0-ADB3-684B-6F72-9C45BB48C24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09261" y="1982216"/>
            <a:ext cx="1171575" cy="2386584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7000" b="1" cap="all" spc="300" dirty="0">
                <a:ln w="28575">
                  <a:solidFill>
                    <a:schemeClr val="tx1"/>
                  </a:solidFill>
                </a:ln>
                <a:noFill/>
                <a:latin typeface="+mj-lt"/>
                <a:ea typeface="+mj-ea"/>
              </a:defRPr>
            </a:lvl1pPr>
          </a:lstStyle>
          <a:p>
            <a:pPr marL="914400" lvl="0" indent="-1143000">
              <a:spcBef>
                <a:spcPct val="0"/>
              </a:spcBef>
            </a:pPr>
            <a:r>
              <a:rPr lang="en-US" dirty="0"/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314395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C6FB24-160F-388E-8450-E5C970E243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64792"/>
            <a:ext cx="5359935" cy="509320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0AF7F25-1C65-DB7F-9FA3-300318BD4B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2085" y="0"/>
            <a:ext cx="2929915" cy="2752344"/>
          </a:xfrm>
          <a:prstGeom prst="rect">
            <a:avLst/>
          </a:prstGeom>
        </p:spPr>
      </p:pic>
      <p:sp>
        <p:nvSpPr>
          <p:cNvPr id="25" name="Title 1">
            <a:extLst>
              <a:ext uri="{FF2B5EF4-FFF2-40B4-BE49-F238E27FC236}">
                <a16:creationId xmlns:a16="http://schemas.microsoft.com/office/drawing/2014/main" id="{DCE0745D-AFE6-DE6D-B026-1FF13F34E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868679"/>
            <a:ext cx="10972800" cy="1572768"/>
          </a:xfrm>
        </p:spPr>
        <p:txBody>
          <a:bodyPr lIns="91440" tIns="182880" rIns="91440" bIns="0"/>
          <a:lstStyle>
            <a:lvl1pPr algn="ctr">
              <a:lnSpc>
                <a:spcPct val="90000"/>
              </a:lnSpc>
              <a:defRPr sz="4800" spc="4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23">
            <a:extLst>
              <a:ext uri="{FF2B5EF4-FFF2-40B4-BE49-F238E27FC236}">
                <a16:creationId xmlns:a16="http://schemas.microsoft.com/office/drawing/2014/main" id="{5E48B363-63E8-4F17-842B-53AD935A652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60120" y="2450592"/>
            <a:ext cx="2057400" cy="20574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28">
            <a:extLst>
              <a:ext uri="{FF2B5EF4-FFF2-40B4-BE49-F238E27FC236}">
                <a16:creationId xmlns:a16="http://schemas.microsoft.com/office/drawing/2014/main" id="{CC3A7E03-4F06-4380-90A1-845651EEA3C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8956" y="4611550"/>
            <a:ext cx="2286000" cy="27432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1" name="Text Placeholder 28">
            <a:extLst>
              <a:ext uri="{FF2B5EF4-FFF2-40B4-BE49-F238E27FC236}">
                <a16:creationId xmlns:a16="http://schemas.microsoft.com/office/drawing/2014/main" id="{31AF5791-727B-438A-A7EF-5D132167C8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8956" y="4865225"/>
            <a:ext cx="2286000" cy="18288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 spc="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7" name="Picture Placeholder 23">
            <a:extLst>
              <a:ext uri="{FF2B5EF4-FFF2-40B4-BE49-F238E27FC236}">
                <a16:creationId xmlns:a16="http://schemas.microsoft.com/office/drawing/2014/main" id="{9ABA5222-6FD6-405B-8AC8-18022C36590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730752" y="2450592"/>
            <a:ext cx="2057400" cy="20574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28">
            <a:extLst>
              <a:ext uri="{FF2B5EF4-FFF2-40B4-BE49-F238E27FC236}">
                <a16:creationId xmlns:a16="http://schemas.microsoft.com/office/drawing/2014/main" id="{A1A33FCF-D2EB-478E-8679-428657895F7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29588" y="4611550"/>
            <a:ext cx="2286000" cy="27432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3" name="Text Placeholder 28">
            <a:extLst>
              <a:ext uri="{FF2B5EF4-FFF2-40B4-BE49-F238E27FC236}">
                <a16:creationId xmlns:a16="http://schemas.microsoft.com/office/drawing/2014/main" id="{55274EF8-F641-41B2-89C1-FD94AFA4868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29588" y="4865225"/>
            <a:ext cx="2286000" cy="18288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 spc="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8" name="Picture Placeholder 23">
            <a:extLst>
              <a:ext uri="{FF2B5EF4-FFF2-40B4-BE49-F238E27FC236}">
                <a16:creationId xmlns:a16="http://schemas.microsoft.com/office/drawing/2014/main" id="{124DE785-775F-4AE4-94B3-FA728188EBA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464808" y="2450592"/>
            <a:ext cx="2057400" cy="20574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28">
            <a:extLst>
              <a:ext uri="{FF2B5EF4-FFF2-40B4-BE49-F238E27FC236}">
                <a16:creationId xmlns:a16="http://schemas.microsoft.com/office/drawing/2014/main" id="{5A429D4E-B795-4E55-852E-9E161F9EBD3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63644" y="4611550"/>
            <a:ext cx="2286000" cy="27432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5" name="Text Placeholder 28">
            <a:extLst>
              <a:ext uri="{FF2B5EF4-FFF2-40B4-BE49-F238E27FC236}">
                <a16:creationId xmlns:a16="http://schemas.microsoft.com/office/drawing/2014/main" id="{41D297CB-52EE-4DE4-AEAC-CD4AAF2BF17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63644" y="4865225"/>
            <a:ext cx="2286000" cy="18288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 spc="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9" name="Picture Placeholder 23">
            <a:extLst>
              <a:ext uri="{FF2B5EF4-FFF2-40B4-BE49-F238E27FC236}">
                <a16:creationId xmlns:a16="http://schemas.microsoft.com/office/drawing/2014/main" id="{F5694B35-7776-4DB9-9EB7-3AF076EC357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198864" y="2450592"/>
            <a:ext cx="2057400" cy="20574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28">
            <a:extLst>
              <a:ext uri="{FF2B5EF4-FFF2-40B4-BE49-F238E27FC236}">
                <a16:creationId xmlns:a16="http://schemas.microsoft.com/office/drawing/2014/main" id="{AD7B736B-3A10-499F-8F23-4437982C823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97700" y="4611550"/>
            <a:ext cx="2286000" cy="27432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07165540-290D-4A38-87DE-F52B05BD6A1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097700" y="4865225"/>
            <a:ext cx="2286000" cy="18288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 spc="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/>
          <a:lstStyle/>
          <a:p>
            <a:fld id="{8CC1585F-E0F1-4F46-BB46-E747B7C72E1C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63C6C7E-F363-1F17-B288-D4D45B87028D}"/>
              </a:ext>
            </a:extLst>
          </p:cNvPr>
          <p:cNvCxnSpPr>
            <a:cxnSpLocks/>
          </p:cNvCxnSpPr>
          <p:nvPr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D6D4091-312C-81B9-BAF6-5E0D6F665E5D}"/>
              </a:ext>
            </a:extLst>
          </p:cNvPr>
          <p:cNvCxnSpPr>
            <a:cxnSpLocks/>
          </p:cNvCxnSpPr>
          <p:nvPr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076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B6A3FD7E-DF96-B9E4-8D70-DA62CC3390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66265"/>
            <a:ext cx="5358384" cy="5091735"/>
          </a:xfrm>
          <a:prstGeom prst="rect">
            <a:avLst/>
          </a:prstGeom>
        </p:spPr>
      </p:pic>
      <p:sp>
        <p:nvSpPr>
          <p:cNvPr id="25" name="Title 1">
            <a:extLst>
              <a:ext uri="{FF2B5EF4-FFF2-40B4-BE49-F238E27FC236}">
                <a16:creationId xmlns:a16="http://schemas.microsoft.com/office/drawing/2014/main" id="{DCE0745D-AFE6-DE6D-B026-1FF13F34E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868679"/>
            <a:ext cx="10972800" cy="1572768"/>
          </a:xfrm>
        </p:spPr>
        <p:txBody>
          <a:bodyPr lIns="91440" tIns="182880" rIns="91440" bIns="0"/>
          <a:lstStyle>
            <a:lvl1pPr algn="ctr">
              <a:lnSpc>
                <a:spcPct val="90000"/>
              </a:lnSpc>
              <a:defRPr sz="4800" spc="4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28">
            <a:extLst>
              <a:ext uri="{FF2B5EF4-FFF2-40B4-BE49-F238E27FC236}">
                <a16:creationId xmlns:a16="http://schemas.microsoft.com/office/drawing/2014/main" id="{CC3A7E03-4F06-4380-90A1-845651EEA3C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2670048"/>
            <a:ext cx="1399032" cy="411480"/>
          </a:xfrm>
        </p:spPr>
        <p:txBody>
          <a:bodyPr lIns="0" tIns="0" rIns="0" bIns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400" b="1" cap="all" spc="1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1" name="Text Placeholder 28">
            <a:extLst>
              <a:ext uri="{FF2B5EF4-FFF2-40B4-BE49-F238E27FC236}">
                <a16:creationId xmlns:a16="http://schemas.microsoft.com/office/drawing/2014/main" id="{31AF5791-727B-438A-A7EF-5D132167C8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0" y="3094300"/>
            <a:ext cx="1399032" cy="517580"/>
          </a:xfrm>
        </p:spPr>
        <p:txBody>
          <a:bodyPr lIns="0" tIns="0" rIns="0" bIns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 b="0" spc="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8" name="Text Placeholder 28">
            <a:extLst>
              <a:ext uri="{FF2B5EF4-FFF2-40B4-BE49-F238E27FC236}">
                <a16:creationId xmlns:a16="http://schemas.microsoft.com/office/drawing/2014/main" id="{739AFCF1-55F0-974F-0F5C-34444B290B5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7200" y="4479943"/>
            <a:ext cx="1399032" cy="411480"/>
          </a:xfrm>
        </p:spPr>
        <p:txBody>
          <a:bodyPr lIns="0" tIns="0" rIns="0" bIns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400" b="1" cap="all" spc="1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77CF7DE5-8E6D-2C2C-A514-BAB6D4B6FF3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7200" y="4904195"/>
            <a:ext cx="1399032" cy="517580"/>
          </a:xfrm>
        </p:spPr>
        <p:txBody>
          <a:bodyPr lIns="0" tIns="0" rIns="0" bIns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 b="0" spc="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" name="Picture Placeholder 23">
            <a:extLst>
              <a:ext uri="{FF2B5EF4-FFF2-40B4-BE49-F238E27FC236}">
                <a16:creationId xmlns:a16="http://schemas.microsoft.com/office/drawing/2014/main" id="{5E48B363-63E8-4F17-842B-53AD935A6529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1993392" y="2450592"/>
            <a:ext cx="1161288" cy="116128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Picture Placeholder 23">
            <a:extLst>
              <a:ext uri="{FF2B5EF4-FFF2-40B4-BE49-F238E27FC236}">
                <a16:creationId xmlns:a16="http://schemas.microsoft.com/office/drawing/2014/main" id="{DBA744D6-401F-C995-EF58-BD24A0DD8581}"/>
              </a:ext>
            </a:extLst>
          </p:cNvPr>
          <p:cNvSpPr>
            <a:spLocks noGrp="1" noChangeAspect="1"/>
          </p:cNvSpPr>
          <p:nvPr>
            <p:ph type="pic" sz="quarter" idx="25"/>
          </p:nvPr>
        </p:nvSpPr>
        <p:spPr>
          <a:xfrm>
            <a:off x="1993392" y="4260487"/>
            <a:ext cx="1161288" cy="116128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28">
            <a:extLst>
              <a:ext uri="{FF2B5EF4-FFF2-40B4-BE49-F238E27FC236}">
                <a16:creationId xmlns:a16="http://schemas.microsoft.com/office/drawing/2014/main" id="{A1A33FCF-D2EB-478E-8679-428657895F7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18688" y="2670048"/>
            <a:ext cx="1399032" cy="411480"/>
          </a:xfrm>
        </p:spPr>
        <p:txBody>
          <a:bodyPr lIns="0" tIns="0" rIns="0" bIns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400" b="1" cap="all" spc="1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3" name="Text Placeholder 28">
            <a:extLst>
              <a:ext uri="{FF2B5EF4-FFF2-40B4-BE49-F238E27FC236}">
                <a16:creationId xmlns:a16="http://schemas.microsoft.com/office/drawing/2014/main" id="{55274EF8-F641-41B2-89C1-FD94AFA4868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18688" y="3094300"/>
            <a:ext cx="1399032" cy="517580"/>
          </a:xfrm>
        </p:spPr>
        <p:txBody>
          <a:bodyPr lIns="0" tIns="0" rIns="0" bIns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 b="0" spc="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0" name="Text Placeholder 28">
            <a:extLst>
              <a:ext uri="{FF2B5EF4-FFF2-40B4-BE49-F238E27FC236}">
                <a16:creationId xmlns:a16="http://schemas.microsoft.com/office/drawing/2014/main" id="{B1201CED-247A-16CA-9F03-BF32393D3B5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18688" y="4479943"/>
            <a:ext cx="1399032" cy="411480"/>
          </a:xfrm>
        </p:spPr>
        <p:txBody>
          <a:bodyPr lIns="0" tIns="0" rIns="0" bIns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400" b="1" cap="all" spc="1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1" name="Text Placeholder 28">
            <a:extLst>
              <a:ext uri="{FF2B5EF4-FFF2-40B4-BE49-F238E27FC236}">
                <a16:creationId xmlns:a16="http://schemas.microsoft.com/office/drawing/2014/main" id="{2D5FA954-036C-191F-7040-1848AB2BE3C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218688" y="4904195"/>
            <a:ext cx="1399032" cy="517580"/>
          </a:xfrm>
        </p:spPr>
        <p:txBody>
          <a:bodyPr lIns="0" tIns="0" rIns="0" bIns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 b="0" spc="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7" name="Picture Placeholder 23">
            <a:extLst>
              <a:ext uri="{FF2B5EF4-FFF2-40B4-BE49-F238E27FC236}">
                <a16:creationId xmlns:a16="http://schemas.microsoft.com/office/drawing/2014/main" id="{9ABA5222-6FD6-405B-8AC8-18022C36590F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4745736" y="2450592"/>
            <a:ext cx="1161288" cy="116128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23">
            <a:extLst>
              <a:ext uri="{FF2B5EF4-FFF2-40B4-BE49-F238E27FC236}">
                <a16:creationId xmlns:a16="http://schemas.microsoft.com/office/drawing/2014/main" id="{8CFBAF86-D36B-F789-2C9C-78C6830B13C9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4745736" y="4260487"/>
            <a:ext cx="1161288" cy="116128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28">
            <a:extLst>
              <a:ext uri="{FF2B5EF4-FFF2-40B4-BE49-F238E27FC236}">
                <a16:creationId xmlns:a16="http://schemas.microsoft.com/office/drawing/2014/main" id="{5A429D4E-B795-4E55-852E-9E161F9EBD3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966787" y="2670048"/>
            <a:ext cx="1399032" cy="411480"/>
          </a:xfrm>
        </p:spPr>
        <p:txBody>
          <a:bodyPr lIns="0" tIns="0" rIns="0" bIns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400" b="1" cap="all" spc="1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5" name="Text Placeholder 28">
            <a:extLst>
              <a:ext uri="{FF2B5EF4-FFF2-40B4-BE49-F238E27FC236}">
                <a16:creationId xmlns:a16="http://schemas.microsoft.com/office/drawing/2014/main" id="{41D297CB-52EE-4DE4-AEAC-CD4AAF2BF17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966787" y="3094300"/>
            <a:ext cx="1399032" cy="517580"/>
          </a:xfrm>
        </p:spPr>
        <p:txBody>
          <a:bodyPr lIns="0" tIns="0" rIns="0" bIns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 b="0" spc="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2" name="Text Placeholder 28">
            <a:extLst>
              <a:ext uri="{FF2B5EF4-FFF2-40B4-BE49-F238E27FC236}">
                <a16:creationId xmlns:a16="http://schemas.microsoft.com/office/drawing/2014/main" id="{6E32CE61-2D9B-C245-0D18-C33760B0853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966787" y="4479943"/>
            <a:ext cx="1399032" cy="411480"/>
          </a:xfrm>
        </p:spPr>
        <p:txBody>
          <a:bodyPr lIns="0" tIns="0" rIns="0" bIns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400" b="1" cap="all" spc="1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3" name="Text Placeholder 28">
            <a:extLst>
              <a:ext uri="{FF2B5EF4-FFF2-40B4-BE49-F238E27FC236}">
                <a16:creationId xmlns:a16="http://schemas.microsoft.com/office/drawing/2014/main" id="{E4068D0A-21CD-897C-9CC1-0BFDAABBD49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966787" y="4904195"/>
            <a:ext cx="1399032" cy="517580"/>
          </a:xfrm>
        </p:spPr>
        <p:txBody>
          <a:bodyPr lIns="0" tIns="0" rIns="0" bIns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 b="0" spc="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8" name="Picture Placeholder 23">
            <a:extLst>
              <a:ext uri="{FF2B5EF4-FFF2-40B4-BE49-F238E27FC236}">
                <a16:creationId xmlns:a16="http://schemas.microsoft.com/office/drawing/2014/main" id="{124DE785-775F-4AE4-94B3-FA728188EBA5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7498080" y="2450592"/>
            <a:ext cx="1161288" cy="116128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C110D526-1AE4-5106-E956-0B2ED3A4D4BC}"/>
              </a:ext>
            </a:extLst>
          </p:cNvPr>
          <p:cNvSpPr>
            <a:spLocks noGrp="1" noChangeAspect="1"/>
          </p:cNvSpPr>
          <p:nvPr>
            <p:ph type="pic" sz="quarter" idx="27"/>
          </p:nvPr>
        </p:nvSpPr>
        <p:spPr>
          <a:xfrm>
            <a:off x="7498080" y="4260487"/>
            <a:ext cx="1161288" cy="116128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28">
            <a:extLst>
              <a:ext uri="{FF2B5EF4-FFF2-40B4-BE49-F238E27FC236}">
                <a16:creationId xmlns:a16="http://schemas.microsoft.com/office/drawing/2014/main" id="{AD7B736B-3A10-499F-8F23-4437982C823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732520" y="2670048"/>
            <a:ext cx="1399032" cy="411480"/>
          </a:xfrm>
        </p:spPr>
        <p:txBody>
          <a:bodyPr lIns="0" tIns="0" rIns="0" bIns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400" b="1" cap="all" spc="1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07165540-290D-4A38-87DE-F52B05BD6A1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732520" y="3094300"/>
            <a:ext cx="1399032" cy="517580"/>
          </a:xfrm>
        </p:spPr>
        <p:txBody>
          <a:bodyPr lIns="0" tIns="0" rIns="0" bIns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 b="0" spc="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4" name="Text Placeholder 28">
            <a:extLst>
              <a:ext uri="{FF2B5EF4-FFF2-40B4-BE49-F238E27FC236}">
                <a16:creationId xmlns:a16="http://schemas.microsoft.com/office/drawing/2014/main" id="{3858F91A-46AA-AF23-2716-3B2B678BBE0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732520" y="4479943"/>
            <a:ext cx="1399032" cy="411480"/>
          </a:xfrm>
        </p:spPr>
        <p:txBody>
          <a:bodyPr lIns="0" tIns="0" rIns="0" bIns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400" b="1" cap="all" spc="1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5" name="Text Placeholder 28">
            <a:extLst>
              <a:ext uri="{FF2B5EF4-FFF2-40B4-BE49-F238E27FC236}">
                <a16:creationId xmlns:a16="http://schemas.microsoft.com/office/drawing/2014/main" id="{EBC002F6-7435-833F-0E8B-30A53B0755A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732520" y="4904195"/>
            <a:ext cx="1399032" cy="517580"/>
          </a:xfrm>
        </p:spPr>
        <p:txBody>
          <a:bodyPr lIns="0" tIns="0" rIns="0" bIns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 b="0" spc="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9" name="Picture Placeholder 23">
            <a:extLst>
              <a:ext uri="{FF2B5EF4-FFF2-40B4-BE49-F238E27FC236}">
                <a16:creationId xmlns:a16="http://schemas.microsoft.com/office/drawing/2014/main" id="{F5694B35-7776-4DB9-9EB7-3AF076EC357D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10250424" y="2450592"/>
            <a:ext cx="1161288" cy="116128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Picture Placeholder 23">
            <a:extLst>
              <a:ext uri="{FF2B5EF4-FFF2-40B4-BE49-F238E27FC236}">
                <a16:creationId xmlns:a16="http://schemas.microsoft.com/office/drawing/2014/main" id="{2CBF8435-BD05-F386-4E6E-F2B6F6894FD7}"/>
              </a:ext>
            </a:extLst>
          </p:cNvPr>
          <p:cNvSpPr>
            <a:spLocks noGrp="1" noChangeAspect="1"/>
          </p:cNvSpPr>
          <p:nvPr>
            <p:ph type="pic" sz="quarter" idx="28"/>
          </p:nvPr>
        </p:nvSpPr>
        <p:spPr>
          <a:xfrm>
            <a:off x="10250424" y="4260487"/>
            <a:ext cx="1161288" cy="116128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/>
          <a:lstStyle/>
          <a:p>
            <a:fld id="{8CC1585F-E0F1-4F46-BB46-E747B7C72E1C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63C6C7E-F363-1F17-B288-D4D45B87028D}"/>
              </a:ext>
            </a:extLst>
          </p:cNvPr>
          <p:cNvCxnSpPr>
            <a:cxnSpLocks/>
          </p:cNvCxnSpPr>
          <p:nvPr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D6D4091-312C-81B9-BAF6-5E0D6F665E5D}"/>
              </a:ext>
            </a:extLst>
          </p:cNvPr>
          <p:cNvCxnSpPr>
            <a:cxnSpLocks/>
          </p:cNvCxnSpPr>
          <p:nvPr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748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3345C5D8-082A-AC27-3801-7A6EC375195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809"/>
          <a:stretch/>
        </p:blipFill>
        <p:spPr>
          <a:xfrm>
            <a:off x="0" y="0"/>
            <a:ext cx="5467552" cy="235000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531883F-9B23-B442-5F02-C2D25BB37C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1236" y="1234440"/>
            <a:ext cx="4950764" cy="56235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868679"/>
            <a:ext cx="10972800" cy="1572768"/>
          </a:xfrm>
        </p:spPr>
        <p:txBody>
          <a:bodyPr lIns="91440" tIns="182880" rIns="91440" bIns="0"/>
          <a:lstStyle>
            <a:lvl1pPr algn="ctr">
              <a:lnSpc>
                <a:spcPct val="90000"/>
              </a:lnSpc>
              <a:defRPr sz="4800" spc="4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2438400"/>
            <a:ext cx="2029968" cy="530352"/>
          </a:xfrm>
          <a:solidFill>
            <a:schemeClr val="tx1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1000"/>
              </a:spcBef>
              <a:buNone/>
              <a:defRPr sz="2000" b="1" cap="all" spc="2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2648" y="3127248"/>
            <a:ext cx="2029968" cy="2514600"/>
          </a:xfrm>
          <a:solidFill>
            <a:schemeClr val="accent6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tIns="182880" bIns="9144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spc="100" baseline="0"/>
            </a:lvl1pPr>
            <a:lvl2pPr marL="228600">
              <a:lnSpc>
                <a:spcPct val="100000"/>
              </a:lnSpc>
              <a:spcBef>
                <a:spcPts val="0"/>
              </a:spcBef>
              <a:defRPr sz="1400" spc="100" baseline="0"/>
            </a:lvl2pPr>
            <a:lvl3pPr>
              <a:lnSpc>
                <a:spcPct val="100000"/>
              </a:lnSpc>
              <a:spcBef>
                <a:spcPts val="1000"/>
              </a:spcBef>
              <a:defRPr sz="1200" spc="100" baseline="0"/>
            </a:lvl3pPr>
            <a:lvl4pPr>
              <a:lnSpc>
                <a:spcPct val="100000"/>
              </a:lnSpc>
              <a:spcBef>
                <a:spcPts val="1000"/>
              </a:spcBef>
              <a:defRPr sz="1100" spc="100" baseline="0"/>
            </a:lvl4pPr>
            <a:lvl5pPr>
              <a:lnSpc>
                <a:spcPct val="100000"/>
              </a:lnSpc>
              <a:spcBef>
                <a:spcPts val="1000"/>
              </a:spcBef>
              <a:defRPr sz="1100" spc="1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843784" y="2438400"/>
            <a:ext cx="2029968" cy="530352"/>
          </a:xfrm>
          <a:solidFill>
            <a:schemeClr val="tx1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1000"/>
              </a:spcBef>
              <a:buNone/>
              <a:defRPr sz="2000" b="1" cap="all" spc="2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843784" y="3127248"/>
            <a:ext cx="2029968" cy="2514600"/>
          </a:xfrm>
          <a:solidFill>
            <a:schemeClr val="accent5">
              <a:alpha val="30000"/>
            </a:schemeClr>
          </a:solidFill>
          <a:ln>
            <a:solidFill>
              <a:schemeClr val="tx1"/>
            </a:solidFill>
          </a:ln>
        </p:spPr>
        <p:txBody>
          <a:bodyPr tIns="182880" bIns="9144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spc="100" baseline="0"/>
            </a:lvl1pPr>
            <a:lvl2pPr marL="228600">
              <a:lnSpc>
                <a:spcPct val="100000"/>
              </a:lnSpc>
              <a:spcBef>
                <a:spcPts val="0"/>
              </a:spcBef>
              <a:defRPr sz="1400" spc="100" baseline="0"/>
            </a:lvl2pPr>
            <a:lvl3pPr>
              <a:lnSpc>
                <a:spcPct val="100000"/>
              </a:lnSpc>
              <a:spcBef>
                <a:spcPts val="1000"/>
              </a:spcBef>
              <a:defRPr sz="1200" spc="100" baseline="0"/>
            </a:lvl3pPr>
            <a:lvl4pPr>
              <a:lnSpc>
                <a:spcPct val="100000"/>
              </a:lnSpc>
              <a:spcBef>
                <a:spcPts val="1000"/>
              </a:spcBef>
              <a:defRPr sz="1100" spc="100" baseline="0"/>
            </a:lvl4pPr>
            <a:lvl5pPr>
              <a:lnSpc>
                <a:spcPct val="100000"/>
              </a:lnSpc>
              <a:spcBef>
                <a:spcPts val="1000"/>
              </a:spcBef>
              <a:defRPr sz="1100" spc="1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A48939F-0CF9-9CBD-F606-7A4850B910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84064" y="2438400"/>
            <a:ext cx="2029968" cy="530352"/>
          </a:xfrm>
          <a:solidFill>
            <a:schemeClr val="tx1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1000"/>
              </a:spcBef>
              <a:buNone/>
              <a:defRPr sz="2000" b="1" cap="all" spc="2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693BC756-2B97-9751-B879-03B6F1C405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84064" y="3127248"/>
            <a:ext cx="2029968" cy="2514600"/>
          </a:xfrm>
          <a:solidFill>
            <a:schemeClr val="accent4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tIns="182880" bIns="9144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spc="100" baseline="0"/>
            </a:lvl1pPr>
            <a:lvl2pPr marL="228600">
              <a:lnSpc>
                <a:spcPct val="100000"/>
              </a:lnSpc>
              <a:spcBef>
                <a:spcPts val="0"/>
              </a:spcBef>
              <a:defRPr sz="1400" spc="100" baseline="0"/>
            </a:lvl2pPr>
            <a:lvl3pPr>
              <a:lnSpc>
                <a:spcPct val="100000"/>
              </a:lnSpc>
              <a:spcBef>
                <a:spcPts val="1000"/>
              </a:spcBef>
              <a:defRPr sz="1200" spc="100" baseline="0"/>
            </a:lvl3pPr>
            <a:lvl4pPr>
              <a:lnSpc>
                <a:spcPct val="100000"/>
              </a:lnSpc>
              <a:spcBef>
                <a:spcPts val="1000"/>
              </a:spcBef>
              <a:defRPr sz="1100" spc="100" baseline="0"/>
            </a:lvl4pPr>
            <a:lvl5pPr>
              <a:lnSpc>
                <a:spcPct val="100000"/>
              </a:lnSpc>
              <a:spcBef>
                <a:spcPts val="1000"/>
              </a:spcBef>
              <a:defRPr sz="1100" spc="1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843F725B-A33F-7FB2-E5C4-96EA154660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315200" y="2438400"/>
            <a:ext cx="2029968" cy="530352"/>
          </a:xfrm>
          <a:solidFill>
            <a:schemeClr val="tx1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1000"/>
              </a:spcBef>
              <a:buNone/>
              <a:defRPr sz="2000" b="1" cap="all" spc="2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5">
            <a:extLst>
              <a:ext uri="{FF2B5EF4-FFF2-40B4-BE49-F238E27FC236}">
                <a16:creationId xmlns:a16="http://schemas.microsoft.com/office/drawing/2014/main" id="{D9DD0DA7-5A1E-5312-178F-13561EF7C23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315200" y="3127248"/>
            <a:ext cx="2029968" cy="2514600"/>
          </a:xfrm>
          <a:solidFill>
            <a:schemeClr val="accent1">
              <a:alpha val="50000"/>
            </a:schemeClr>
          </a:solidFill>
          <a:ln>
            <a:solidFill>
              <a:schemeClr val="tx1"/>
            </a:solidFill>
          </a:ln>
        </p:spPr>
        <p:txBody>
          <a:bodyPr tIns="182880" bIns="9144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spc="100" baseline="0"/>
            </a:lvl1pPr>
            <a:lvl2pPr marL="228600">
              <a:lnSpc>
                <a:spcPct val="100000"/>
              </a:lnSpc>
              <a:spcBef>
                <a:spcPts val="0"/>
              </a:spcBef>
              <a:defRPr sz="1400" spc="100" baseline="0"/>
            </a:lvl2pPr>
            <a:lvl3pPr>
              <a:lnSpc>
                <a:spcPct val="100000"/>
              </a:lnSpc>
              <a:spcBef>
                <a:spcPts val="1000"/>
              </a:spcBef>
              <a:defRPr sz="1200" spc="100" baseline="0"/>
            </a:lvl3pPr>
            <a:lvl4pPr>
              <a:lnSpc>
                <a:spcPct val="100000"/>
              </a:lnSpc>
              <a:spcBef>
                <a:spcPts val="1000"/>
              </a:spcBef>
              <a:defRPr sz="1100" spc="100" baseline="0"/>
            </a:lvl4pPr>
            <a:lvl5pPr>
              <a:lnSpc>
                <a:spcPct val="100000"/>
              </a:lnSpc>
              <a:spcBef>
                <a:spcPts val="1000"/>
              </a:spcBef>
              <a:defRPr sz="1100" spc="1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5FBC3880-98AC-466C-7AD1-FDC8B395870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546336" y="2438400"/>
            <a:ext cx="2029968" cy="530352"/>
          </a:xfrm>
          <a:solidFill>
            <a:schemeClr val="tx1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1000"/>
              </a:spcBef>
              <a:buNone/>
              <a:defRPr sz="2000" b="1" cap="all" spc="2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24965100-8EF5-0264-CEE5-BD5BF190163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9546336" y="3127248"/>
            <a:ext cx="2029968" cy="2514600"/>
          </a:xfrm>
          <a:solidFill>
            <a:schemeClr val="accent4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tIns="182880" bIns="9144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spc="100" baseline="0"/>
            </a:lvl1pPr>
            <a:lvl2pPr marL="228600">
              <a:lnSpc>
                <a:spcPct val="100000"/>
              </a:lnSpc>
              <a:spcBef>
                <a:spcPts val="0"/>
              </a:spcBef>
              <a:defRPr sz="1400" spc="100" baseline="0"/>
            </a:lvl2pPr>
            <a:lvl3pPr>
              <a:lnSpc>
                <a:spcPct val="100000"/>
              </a:lnSpc>
              <a:spcBef>
                <a:spcPts val="1000"/>
              </a:spcBef>
              <a:defRPr sz="1200" spc="100" baseline="0"/>
            </a:lvl3pPr>
            <a:lvl4pPr>
              <a:lnSpc>
                <a:spcPct val="100000"/>
              </a:lnSpc>
              <a:spcBef>
                <a:spcPts val="1000"/>
              </a:spcBef>
              <a:defRPr sz="1100" spc="100" baseline="0"/>
            </a:lvl4pPr>
            <a:lvl5pPr>
              <a:lnSpc>
                <a:spcPct val="100000"/>
              </a:lnSpc>
              <a:spcBef>
                <a:spcPts val="1000"/>
              </a:spcBef>
              <a:defRPr sz="1100" spc="1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/>
          <a:lstStyle/>
          <a:p>
            <a:fld id="{8CC1585F-E0F1-4F46-BB46-E747B7C72E1C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7AC635D-0E01-2452-CC44-1DAE0F96DF63}"/>
              </a:ext>
            </a:extLst>
          </p:cNvPr>
          <p:cNvCxnSpPr>
            <a:cxnSpLocks/>
          </p:cNvCxnSpPr>
          <p:nvPr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4ED63FD-A76F-FB56-8D44-31BD432133C5}"/>
              </a:ext>
            </a:extLst>
          </p:cNvPr>
          <p:cNvCxnSpPr>
            <a:cxnSpLocks/>
          </p:cNvCxnSpPr>
          <p:nvPr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0257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0CC3D06-2435-B655-8AA5-11CCBBEF19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2234" y="0"/>
            <a:ext cx="3429766" cy="68214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868679"/>
            <a:ext cx="10972800" cy="1572768"/>
          </a:xfrm>
        </p:spPr>
        <p:txBody>
          <a:bodyPr lIns="91440" tIns="182880" rIns="91440" bIns="0"/>
          <a:lstStyle>
            <a:lvl1pPr algn="ctr">
              <a:lnSpc>
                <a:spcPct val="90000"/>
              </a:lnSpc>
              <a:defRPr sz="4800" spc="4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5D1E9421-BC85-99CB-EB40-1863FA62274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-25907" y="3072704"/>
            <a:ext cx="1783080" cy="512064"/>
          </a:xfrm>
          <a:solidFill>
            <a:schemeClr val="accent1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cap="all" spc="200" baseline="0"/>
            </a:lvl1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47BABAF8-5220-1E24-CE43-927FCCA269A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46218" y="2432434"/>
            <a:ext cx="1644986" cy="1783080"/>
          </a:xfrm>
        </p:spPr>
        <p:txBody>
          <a:bodyPr lIns="9144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spc="10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33">
            <a:extLst>
              <a:ext uri="{FF2B5EF4-FFF2-40B4-BE49-F238E27FC236}">
                <a16:creationId xmlns:a16="http://schemas.microsoft.com/office/drawing/2014/main" id="{F1D095F8-4552-1F88-C37B-99775B68ACC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16200000">
            <a:off x="2196136" y="4517644"/>
            <a:ext cx="1783080" cy="512064"/>
          </a:xfrm>
          <a:solidFill>
            <a:schemeClr val="accent2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cap="all" spc="200" baseline="0"/>
            </a:lvl1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48" name="Text Placeholder 40">
            <a:extLst>
              <a:ext uri="{FF2B5EF4-FFF2-40B4-BE49-F238E27FC236}">
                <a16:creationId xmlns:a16="http://schemas.microsoft.com/office/drawing/2014/main" id="{4C4BFA3E-7B57-DCDD-4EA6-16C64A3756B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83307" y="3882136"/>
            <a:ext cx="1644986" cy="1783080"/>
          </a:xfrm>
        </p:spPr>
        <p:txBody>
          <a:bodyPr lIns="9144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spc="10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33">
            <a:extLst>
              <a:ext uri="{FF2B5EF4-FFF2-40B4-BE49-F238E27FC236}">
                <a16:creationId xmlns:a16="http://schemas.microsoft.com/office/drawing/2014/main" id="{C65BF0DD-74C0-E055-CCAC-600751F517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16200000">
            <a:off x="4418179" y="3067943"/>
            <a:ext cx="1783080" cy="512064"/>
          </a:xfrm>
          <a:solidFill>
            <a:schemeClr val="accent3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cap="all" spc="200" baseline="0"/>
            </a:lvl1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44" name="Text Placeholder 40">
            <a:extLst>
              <a:ext uri="{FF2B5EF4-FFF2-40B4-BE49-F238E27FC236}">
                <a16:creationId xmlns:a16="http://schemas.microsoft.com/office/drawing/2014/main" id="{25927394-D1A0-C084-C689-F7A4EEE924C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589586" y="2432435"/>
            <a:ext cx="1644986" cy="1783080"/>
          </a:xfrm>
        </p:spPr>
        <p:txBody>
          <a:bodyPr lIns="9144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spc="10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33">
            <a:extLst>
              <a:ext uri="{FF2B5EF4-FFF2-40B4-BE49-F238E27FC236}">
                <a16:creationId xmlns:a16="http://schemas.microsoft.com/office/drawing/2014/main" id="{08F0F1F2-0D4E-95EA-349B-D734163FD55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 rot="16200000">
            <a:off x="6640222" y="4517644"/>
            <a:ext cx="1783080" cy="512064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cap="all" spc="200" baseline="0"/>
            </a:lvl1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46" name="Text Placeholder 40">
            <a:extLst>
              <a:ext uri="{FF2B5EF4-FFF2-40B4-BE49-F238E27FC236}">
                <a16:creationId xmlns:a16="http://schemas.microsoft.com/office/drawing/2014/main" id="{B322E7EB-0174-5A8C-5BE3-F501B5670FA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827392" y="3882136"/>
            <a:ext cx="1644986" cy="1783080"/>
          </a:xfrm>
        </p:spPr>
        <p:txBody>
          <a:bodyPr lIns="9144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spc="10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3">
            <a:extLst>
              <a:ext uri="{FF2B5EF4-FFF2-40B4-BE49-F238E27FC236}">
                <a16:creationId xmlns:a16="http://schemas.microsoft.com/office/drawing/2014/main" id="{36C15449-A445-41A6-EAD9-37446450CC1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 rot="16200000">
            <a:off x="8862264" y="3072704"/>
            <a:ext cx="1783080" cy="512064"/>
          </a:xfrm>
          <a:solidFill>
            <a:schemeClr val="accent5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cap="all" spc="200" baseline="0"/>
            </a:lvl1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45" name="Text Placeholder 40">
            <a:extLst>
              <a:ext uri="{FF2B5EF4-FFF2-40B4-BE49-F238E27FC236}">
                <a16:creationId xmlns:a16="http://schemas.microsoft.com/office/drawing/2014/main" id="{E6B7327B-EA3B-790D-AB08-0ED1D2FB401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0035230" y="2437196"/>
            <a:ext cx="1796654" cy="1783080"/>
          </a:xfrm>
        </p:spPr>
        <p:txBody>
          <a:bodyPr lIns="9144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spc="10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/>
          <a:lstStyle/>
          <a:p>
            <a:fld id="{8CC1585F-E0F1-4F46-BB46-E747B7C72E1C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7AC635D-0E01-2452-CC44-1DAE0F96DF63}"/>
              </a:ext>
            </a:extLst>
          </p:cNvPr>
          <p:cNvCxnSpPr>
            <a:cxnSpLocks/>
          </p:cNvCxnSpPr>
          <p:nvPr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4ED63FD-A76F-FB56-8D44-31BD432133C5}"/>
              </a:ext>
            </a:extLst>
          </p:cNvPr>
          <p:cNvCxnSpPr>
            <a:cxnSpLocks/>
          </p:cNvCxnSpPr>
          <p:nvPr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4451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9070F102-837A-486A-0CD4-E957B66B87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31920"/>
            <a:ext cx="5470497" cy="292608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19FAF77-1797-C11F-A1A9-B351E30B37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8215" y="0"/>
            <a:ext cx="4983785" cy="227685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868679"/>
            <a:ext cx="10972800" cy="1572768"/>
          </a:xfrm>
        </p:spPr>
        <p:txBody>
          <a:bodyPr lIns="91440" tIns="182880" rIns="91440" bIns="0"/>
          <a:lstStyle>
            <a:lvl1pPr algn="ctr">
              <a:lnSpc>
                <a:spcPct val="90000"/>
              </a:lnSpc>
              <a:defRPr sz="4800" spc="4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2438400"/>
            <a:ext cx="5157787" cy="36576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2000" b="1" cap="all" spc="200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2648" y="2871216"/>
            <a:ext cx="5157787" cy="3247462"/>
          </a:xfrm>
        </p:spPr>
        <p:txBody>
          <a:bodyPr/>
          <a:lstStyle>
            <a:lvl1pPr>
              <a:lnSpc>
                <a:spcPct val="100000"/>
              </a:lnSpc>
              <a:spcBef>
                <a:spcPts val="1000"/>
              </a:spcBef>
              <a:defRPr sz="1600" spc="100" baseline="0"/>
            </a:lvl1pPr>
            <a:lvl2pPr>
              <a:lnSpc>
                <a:spcPct val="100000"/>
              </a:lnSpc>
              <a:spcBef>
                <a:spcPts val="1000"/>
              </a:spcBef>
              <a:defRPr sz="1400" spc="100" baseline="0"/>
            </a:lvl2pPr>
            <a:lvl3pPr>
              <a:lnSpc>
                <a:spcPct val="100000"/>
              </a:lnSpc>
              <a:spcBef>
                <a:spcPts val="1000"/>
              </a:spcBef>
              <a:defRPr sz="1200" spc="100" baseline="0"/>
            </a:lvl3pPr>
            <a:lvl4pPr>
              <a:lnSpc>
                <a:spcPct val="100000"/>
              </a:lnSpc>
              <a:spcBef>
                <a:spcPts val="1000"/>
              </a:spcBef>
              <a:defRPr sz="1100" spc="100" baseline="0"/>
            </a:lvl4pPr>
            <a:lvl5pPr>
              <a:lnSpc>
                <a:spcPct val="100000"/>
              </a:lnSpc>
              <a:spcBef>
                <a:spcPts val="1000"/>
              </a:spcBef>
              <a:defRPr sz="1100" spc="1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0800" y="2438400"/>
            <a:ext cx="5183188" cy="36576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2000" b="1" cap="all" spc="200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0800" y="2871216"/>
            <a:ext cx="5183188" cy="3247462"/>
          </a:xfrm>
        </p:spPr>
        <p:txBody>
          <a:bodyPr/>
          <a:lstStyle>
            <a:lvl1pPr>
              <a:lnSpc>
                <a:spcPct val="100000"/>
              </a:lnSpc>
              <a:spcBef>
                <a:spcPts val="1000"/>
              </a:spcBef>
              <a:defRPr sz="1600" spc="100" baseline="0"/>
            </a:lvl1pPr>
            <a:lvl2pPr>
              <a:lnSpc>
                <a:spcPct val="100000"/>
              </a:lnSpc>
              <a:spcBef>
                <a:spcPts val="1000"/>
              </a:spcBef>
              <a:defRPr sz="1400" spc="100" baseline="0"/>
            </a:lvl2pPr>
            <a:lvl3pPr>
              <a:lnSpc>
                <a:spcPct val="100000"/>
              </a:lnSpc>
              <a:spcBef>
                <a:spcPts val="1000"/>
              </a:spcBef>
              <a:defRPr sz="1200" spc="100" baseline="0"/>
            </a:lvl3pPr>
            <a:lvl4pPr>
              <a:lnSpc>
                <a:spcPct val="100000"/>
              </a:lnSpc>
              <a:spcBef>
                <a:spcPts val="1000"/>
              </a:spcBef>
              <a:defRPr sz="1100" spc="100" baseline="0"/>
            </a:lvl4pPr>
            <a:lvl5pPr>
              <a:lnSpc>
                <a:spcPct val="100000"/>
              </a:lnSpc>
              <a:spcBef>
                <a:spcPts val="1000"/>
              </a:spcBef>
              <a:defRPr sz="1100" spc="1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/>
          <a:lstStyle/>
          <a:p>
            <a:fld id="{8CC1585F-E0F1-4F46-BB46-E747B7C72E1C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7AC635D-0E01-2452-CC44-1DAE0F96DF63}"/>
              </a:ext>
            </a:extLst>
          </p:cNvPr>
          <p:cNvCxnSpPr>
            <a:cxnSpLocks/>
          </p:cNvCxnSpPr>
          <p:nvPr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4ED63FD-A76F-FB56-8D44-31BD432133C5}"/>
              </a:ext>
            </a:extLst>
          </p:cNvPr>
          <p:cNvCxnSpPr>
            <a:cxnSpLocks/>
          </p:cNvCxnSpPr>
          <p:nvPr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86606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AE1E66A3-7FD1-08A5-8B20-36C5331DCF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3650" y="4014216"/>
            <a:ext cx="5738350" cy="284378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464B067-71A6-CB30-BD46-5499FAAE00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58968" cy="29199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868679"/>
            <a:ext cx="10972800" cy="1572768"/>
          </a:xfrm>
        </p:spPr>
        <p:txBody>
          <a:bodyPr lIns="91440" tIns="182880" rIns="91440" bIns="0"/>
          <a:lstStyle>
            <a:lvl1pPr algn="ctr">
              <a:lnSpc>
                <a:spcPct val="90000"/>
              </a:lnSpc>
              <a:defRPr sz="4800" spc="4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2438400"/>
            <a:ext cx="3419856" cy="36576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2000" b="1" cap="all" spc="200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2648" y="2871216"/>
            <a:ext cx="3419856" cy="2925554"/>
          </a:xfrm>
        </p:spPr>
        <p:txBody>
          <a:bodyPr/>
          <a:lstStyle>
            <a:lvl1pPr>
              <a:lnSpc>
                <a:spcPct val="100000"/>
              </a:lnSpc>
              <a:spcBef>
                <a:spcPts val="1000"/>
              </a:spcBef>
              <a:defRPr sz="1600" spc="100" baseline="0"/>
            </a:lvl1pPr>
            <a:lvl2pPr>
              <a:lnSpc>
                <a:spcPct val="100000"/>
              </a:lnSpc>
              <a:spcBef>
                <a:spcPts val="1000"/>
              </a:spcBef>
              <a:defRPr sz="1400" spc="100" baseline="0"/>
            </a:lvl2pPr>
            <a:lvl3pPr>
              <a:lnSpc>
                <a:spcPct val="100000"/>
              </a:lnSpc>
              <a:spcBef>
                <a:spcPts val="1000"/>
              </a:spcBef>
              <a:defRPr sz="1200" spc="100" baseline="0"/>
            </a:lvl3pPr>
            <a:lvl4pPr>
              <a:lnSpc>
                <a:spcPct val="100000"/>
              </a:lnSpc>
              <a:spcBef>
                <a:spcPts val="1000"/>
              </a:spcBef>
              <a:defRPr sz="1100" spc="100" baseline="0"/>
            </a:lvl4pPr>
            <a:lvl5pPr>
              <a:lnSpc>
                <a:spcPct val="100000"/>
              </a:lnSpc>
              <a:spcBef>
                <a:spcPts val="1000"/>
              </a:spcBef>
              <a:defRPr sz="1100" spc="1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07408" y="2438400"/>
            <a:ext cx="3419856" cy="36576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2000" b="1" cap="all" spc="200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07408" y="2871216"/>
            <a:ext cx="3419856" cy="2925554"/>
          </a:xfrm>
        </p:spPr>
        <p:txBody>
          <a:bodyPr/>
          <a:lstStyle>
            <a:lvl1pPr>
              <a:lnSpc>
                <a:spcPct val="100000"/>
              </a:lnSpc>
              <a:spcBef>
                <a:spcPts val="1000"/>
              </a:spcBef>
              <a:defRPr sz="1600" spc="100" baseline="0"/>
            </a:lvl1pPr>
            <a:lvl2pPr>
              <a:lnSpc>
                <a:spcPct val="100000"/>
              </a:lnSpc>
              <a:spcBef>
                <a:spcPts val="1000"/>
              </a:spcBef>
              <a:defRPr sz="1400" spc="100" baseline="0"/>
            </a:lvl2pPr>
            <a:lvl3pPr>
              <a:lnSpc>
                <a:spcPct val="100000"/>
              </a:lnSpc>
              <a:spcBef>
                <a:spcPts val="1000"/>
              </a:spcBef>
              <a:defRPr sz="1200" spc="100" baseline="0"/>
            </a:lvl3pPr>
            <a:lvl4pPr>
              <a:lnSpc>
                <a:spcPct val="100000"/>
              </a:lnSpc>
              <a:spcBef>
                <a:spcPts val="1000"/>
              </a:spcBef>
              <a:defRPr sz="1100" spc="100" baseline="0"/>
            </a:lvl4pPr>
            <a:lvl5pPr>
              <a:lnSpc>
                <a:spcPct val="100000"/>
              </a:lnSpc>
              <a:spcBef>
                <a:spcPts val="1000"/>
              </a:spcBef>
              <a:defRPr sz="1100" spc="1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A48939F-0CF9-9CBD-F606-7A4850B910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83880" y="2438400"/>
            <a:ext cx="3419856" cy="36576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2000" b="1" cap="all" spc="200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693BC756-2B97-9751-B879-03B6F1C405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83880" y="2871216"/>
            <a:ext cx="3419856" cy="2925554"/>
          </a:xfrm>
        </p:spPr>
        <p:txBody>
          <a:bodyPr/>
          <a:lstStyle>
            <a:lvl1pPr>
              <a:lnSpc>
                <a:spcPct val="100000"/>
              </a:lnSpc>
              <a:spcBef>
                <a:spcPts val="1000"/>
              </a:spcBef>
              <a:defRPr sz="1600" spc="100" baseline="0"/>
            </a:lvl1pPr>
            <a:lvl2pPr>
              <a:lnSpc>
                <a:spcPct val="100000"/>
              </a:lnSpc>
              <a:spcBef>
                <a:spcPts val="1000"/>
              </a:spcBef>
              <a:defRPr sz="1400" spc="100" baseline="0"/>
            </a:lvl2pPr>
            <a:lvl3pPr>
              <a:lnSpc>
                <a:spcPct val="100000"/>
              </a:lnSpc>
              <a:spcBef>
                <a:spcPts val="1000"/>
              </a:spcBef>
              <a:defRPr sz="1200" spc="100" baseline="0"/>
            </a:lvl3pPr>
            <a:lvl4pPr>
              <a:lnSpc>
                <a:spcPct val="100000"/>
              </a:lnSpc>
              <a:spcBef>
                <a:spcPts val="1000"/>
              </a:spcBef>
              <a:defRPr sz="1100" spc="100" baseline="0"/>
            </a:lvl4pPr>
            <a:lvl5pPr>
              <a:lnSpc>
                <a:spcPct val="100000"/>
              </a:lnSpc>
              <a:spcBef>
                <a:spcPts val="1000"/>
              </a:spcBef>
              <a:defRPr sz="1100" spc="1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/>
          <a:lstStyle/>
          <a:p>
            <a:fld id="{8CC1585F-E0F1-4F46-BB46-E747B7C72E1C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7AC635D-0E01-2452-CC44-1DAE0F96DF63}"/>
              </a:ext>
            </a:extLst>
          </p:cNvPr>
          <p:cNvCxnSpPr>
            <a:cxnSpLocks/>
          </p:cNvCxnSpPr>
          <p:nvPr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4ED63FD-A76F-FB56-8D44-31BD432133C5}"/>
              </a:ext>
            </a:extLst>
          </p:cNvPr>
          <p:cNvCxnSpPr>
            <a:cxnSpLocks/>
          </p:cNvCxnSpPr>
          <p:nvPr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69207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F5F45936-2436-D9FD-A05D-F3C70F90FD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58530"/>
            <a:ext cx="4700016" cy="309947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DF862D5-CF3B-E45B-934F-ACEF42B35B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148072" cy="3436275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3392E024-DB0F-45F6-7A0A-359A57817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216152"/>
            <a:ext cx="5184648" cy="4416552"/>
          </a:xfrm>
        </p:spPr>
        <p:txBody>
          <a:bodyPr lIns="0" rIns="0"/>
          <a:lstStyle>
            <a:lvl1pPr algn="r">
              <a:defRPr sz="4800" cap="all" spc="4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59AC38BE-9C76-A3FA-7823-F4A4B43AB75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00800" y="1216025"/>
            <a:ext cx="5184648" cy="4416425"/>
          </a:xfrm>
        </p:spPr>
        <p:txBody>
          <a:bodyPr anchor="ctr"/>
          <a:lstStyle>
            <a:lvl1pPr marL="0" indent="0">
              <a:lnSpc>
                <a:spcPct val="150000"/>
              </a:lnSpc>
              <a:spcBef>
                <a:spcPts val="1000"/>
              </a:spcBef>
              <a:buNone/>
              <a:defRPr sz="1600" spc="100" baseline="0"/>
            </a:lvl1pPr>
            <a:lvl2pPr marL="228600">
              <a:lnSpc>
                <a:spcPct val="150000"/>
              </a:lnSpc>
              <a:spcBef>
                <a:spcPts val="1000"/>
              </a:spcBef>
              <a:defRPr sz="1600" spc="100" baseline="0"/>
            </a:lvl2pPr>
            <a:lvl3pPr marL="457200">
              <a:lnSpc>
                <a:spcPct val="150000"/>
              </a:lnSpc>
              <a:spcBef>
                <a:spcPts val="1000"/>
              </a:spcBef>
              <a:defRPr sz="1600" spc="100" baseline="0"/>
            </a:lvl3pPr>
            <a:lvl4pPr marL="685800">
              <a:lnSpc>
                <a:spcPct val="150000"/>
              </a:lnSpc>
              <a:spcBef>
                <a:spcPts val="1000"/>
              </a:spcBef>
              <a:defRPr sz="1600" spc="100" baseline="0"/>
            </a:lvl4pPr>
            <a:lvl5pPr marL="914400">
              <a:lnSpc>
                <a:spcPct val="150000"/>
              </a:lnSpc>
              <a:spcBef>
                <a:spcPts val="1000"/>
              </a:spcBef>
              <a:defRPr sz="1600" spc="1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C6CA6E-C1AB-4B24-80C7-A4B12640B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EFB41-7AD3-4519-95E7-416BFA1A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/>
          <a:lstStyle/>
          <a:p>
            <a:fld id="{8CC1585F-E0F1-4F46-BB46-E747B7C72E1C}" type="slidenum">
              <a:rPr lang="en-IN" smtClean="0"/>
              <a:t>‹#›</a:t>
            </a:fld>
            <a:endParaRPr lang="en-IN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C8AF3-79E7-17ED-9EB4-3006B31E422C}"/>
              </a:ext>
            </a:extLst>
          </p:cNvPr>
          <p:cNvCxnSpPr>
            <a:cxnSpLocks/>
          </p:cNvCxnSpPr>
          <p:nvPr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75A76CC-ED26-C4F7-5AB6-59D1A4C4A7F2}"/>
              </a:ext>
            </a:extLst>
          </p:cNvPr>
          <p:cNvCxnSpPr>
            <a:cxnSpLocks/>
          </p:cNvCxnSpPr>
          <p:nvPr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37005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9AFB71-7F33-280E-7877-06F4AFFF06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10B0FF2F-3458-EA78-83DC-46FB2E5CE1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78992" y="1956816"/>
            <a:ext cx="10040112" cy="2387600"/>
          </a:xfrm>
        </p:spPr>
        <p:txBody>
          <a:bodyPr anchor="t">
            <a:noAutofit/>
          </a:bodyPr>
          <a:lstStyle>
            <a:lvl1pPr algn="l">
              <a:defRPr sz="9600" spc="300" baseline="0">
                <a:ln w="28575">
                  <a:solidFill>
                    <a:schemeClr val="tx1"/>
                  </a:solidFill>
                </a:ln>
                <a:noFill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DC93615E-193E-5253-6EE0-EC01791E3A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8992" y="3483864"/>
            <a:ext cx="10040112" cy="1280160"/>
          </a:xfrm>
        </p:spPr>
        <p:txBody>
          <a:bodyPr/>
          <a:lstStyle>
            <a:lvl1pPr marL="0" indent="0" algn="l">
              <a:buNone/>
              <a:defRPr sz="2400" b="1" baseline="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5566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C6CA6E-C1AB-4B24-80C7-A4B12640B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EFB41-7AD3-4519-95E7-416BFA1A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/>
          <a:lstStyle/>
          <a:p>
            <a:fld id="{8CC1585F-E0F1-4F46-BB46-E747B7C72E1C}" type="slidenum">
              <a:rPr lang="en-IN" smtClean="0"/>
              <a:t>‹#›</a:t>
            </a:fld>
            <a:endParaRPr lang="en-IN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C8AF3-79E7-17ED-9EB4-3006B31E422C}"/>
              </a:ext>
            </a:extLst>
          </p:cNvPr>
          <p:cNvCxnSpPr>
            <a:cxnSpLocks/>
          </p:cNvCxnSpPr>
          <p:nvPr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75A76CC-ED26-C4F7-5AB6-59D1A4C4A7F2}"/>
              </a:ext>
            </a:extLst>
          </p:cNvPr>
          <p:cNvCxnSpPr>
            <a:cxnSpLocks/>
          </p:cNvCxnSpPr>
          <p:nvPr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BDEDC48-AA67-6FC9-FF0E-CD3CB49A5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868679"/>
            <a:ext cx="10972800" cy="1572768"/>
          </a:xfrm>
        </p:spPr>
        <p:txBody>
          <a:bodyPr lIns="91440" tIns="182880" rIns="91440" bIns="0"/>
          <a:lstStyle>
            <a:lvl1pPr algn="ctr">
              <a:lnSpc>
                <a:spcPct val="90000"/>
              </a:lnSpc>
              <a:defRPr sz="4800" spc="4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79672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08690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BD6A3-F987-4FCC-A6EF-2EF0D33C0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F06A0-63CE-4272-B90E-4F20296BF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467220-06E3-427A-B4D3-9B0030E09D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AEF53B-C85C-47DB-ADE4-C1D9FA682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D4FD38-14E5-4C36-B948-8BF3F794E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/>
          <a:lstStyle/>
          <a:p>
            <a:fld id="{8CC1585F-E0F1-4F46-BB46-E747B7C72E1C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754AE8D-13E4-BDDA-7C36-A9E08FD0A0E8}"/>
              </a:ext>
            </a:extLst>
          </p:cNvPr>
          <p:cNvCxnSpPr>
            <a:cxnSpLocks/>
          </p:cNvCxnSpPr>
          <p:nvPr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CE37136-8479-8CDC-7EEB-030C1A8151EF}"/>
              </a:ext>
            </a:extLst>
          </p:cNvPr>
          <p:cNvCxnSpPr>
            <a:cxnSpLocks/>
          </p:cNvCxnSpPr>
          <p:nvPr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5076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08F2A-1C19-4116-80DF-E24EDDF28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A489A7-7CA6-4CC9-B634-FCB2E102C6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5F80D-1DB9-4E0A-8F68-924FC1C9C3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A4DA3-10C7-48A6-9B15-38222B8CA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84E7EE-5B3B-427E-9807-020AEF8C7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/>
          <a:lstStyle/>
          <a:p>
            <a:fld id="{8CC1585F-E0F1-4F46-BB46-E747B7C72E1C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DC6EFE9-BD9C-6124-823A-BD1C488321D2}"/>
              </a:ext>
            </a:extLst>
          </p:cNvPr>
          <p:cNvCxnSpPr>
            <a:cxnSpLocks/>
          </p:cNvCxnSpPr>
          <p:nvPr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1B53473-DF27-C657-627F-ED66976E076B}"/>
              </a:ext>
            </a:extLst>
          </p:cNvPr>
          <p:cNvCxnSpPr>
            <a:cxnSpLocks/>
          </p:cNvCxnSpPr>
          <p:nvPr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75411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F0085-2092-A4B5-1309-4676974D7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A7BA6B-DFE2-DFDB-C22C-26154F14D7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0F3A7E-0EE8-855B-8492-F82378840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AC96E-1189-4D78-A3B8-FA2798F5D638}" type="datetimeFigureOut">
              <a:rPr lang="en-IN" smtClean="0"/>
              <a:t>07-10-2025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D745AE-491D-9171-C53D-0E101380A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1EE8BE-3E0E-9586-DB8C-695F8ECD9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1585F-E0F1-4F46-BB46-E747B7C72E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9815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E020D11E-3FF2-1E7F-038B-4F9534916FE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660127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3104752"/>
            <a:ext cx="11430000" cy="20922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 b="1" i="0" spc="2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 b="1" i="0" spc="2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8CC1585F-E0F1-4F46-BB46-E747B7C72E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8571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  <p:sldLayoutId id="2147483702" r:id="rId18"/>
    <p:sldLayoutId id="2147483703" r:id="rId19"/>
    <p:sldLayoutId id="2147483704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 cap="all" spc="400" baseline="0">
          <a:solidFill>
            <a:schemeClr val="tx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 spc="50" baseline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 spc="50" baseline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 spc="50" baseline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 spc="50" baseline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 spc="50" baseline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5588B-E229-9EEF-B488-38E8DF0837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8992" y="676656"/>
            <a:ext cx="10040112" cy="2387600"/>
          </a:xfrm>
        </p:spPr>
        <p:txBody>
          <a:bodyPr/>
          <a:lstStyle/>
          <a:p>
            <a:r>
              <a:rPr lang="en-US" sz="5400" dirty="0"/>
              <a:t>Manufacturing Performance Analysis: November 2015</a:t>
            </a:r>
            <a:endParaRPr lang="en-IN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C97952-0B11-59EB-7F6A-CC16B7B1407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Leveraging Data to Drive Operational Efficiency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5745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6DFD1-D0CC-DD30-2532-F48708EE0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998185"/>
            <a:ext cx="11430000" cy="1325563"/>
          </a:xfrm>
        </p:spPr>
        <p:txBody>
          <a:bodyPr/>
          <a:lstStyle/>
          <a:p>
            <a:r>
              <a:rPr lang="en-US" dirty="0"/>
              <a:t>Data Scope and Project Objective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9C6F9-6D28-BA7B-BDD0-DE30E28D97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2723536"/>
            <a:ext cx="11430000" cy="3932904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Data Source:</a:t>
            </a:r>
            <a:r>
              <a:rPr lang="en-US" dirty="0"/>
              <a:t> Production log data for one month (</a:t>
            </a:r>
            <a:r>
              <a:rPr lang="en-US" b="1" dirty="0"/>
              <a:t>November 2015</a:t>
            </a:r>
            <a:r>
              <a:rPr lang="en-US" dirty="0"/>
              <a:t>).</a:t>
            </a:r>
          </a:p>
          <a:p>
            <a:endParaRPr lang="en-US" dirty="0"/>
          </a:p>
          <a:p>
            <a:r>
              <a:rPr lang="en-US" b="1" dirty="0"/>
              <a:t>Resources:</a:t>
            </a:r>
            <a:r>
              <a:rPr lang="en-US" dirty="0"/>
              <a:t> Tracking </a:t>
            </a:r>
            <a:r>
              <a:rPr lang="en-US" b="1" dirty="0"/>
              <a:t>117</a:t>
            </a:r>
            <a:r>
              <a:rPr lang="en-US" dirty="0"/>
              <a:t> Employees and </a:t>
            </a:r>
            <a:r>
              <a:rPr lang="en-US" b="1" dirty="0"/>
              <a:t>87</a:t>
            </a:r>
            <a:r>
              <a:rPr lang="en-US" dirty="0"/>
              <a:t> Machines.</a:t>
            </a:r>
          </a:p>
          <a:p>
            <a:endParaRPr lang="en-US" dirty="0"/>
          </a:p>
          <a:p>
            <a:r>
              <a:rPr lang="en-US" b="1" dirty="0"/>
              <a:t>Limitation:</a:t>
            </a:r>
            <a:r>
              <a:rPr lang="en-US" dirty="0"/>
              <a:t> Only one month of data is available, preventing long-term trend analysis.</a:t>
            </a:r>
          </a:p>
          <a:p>
            <a:endParaRPr lang="en-US" dirty="0"/>
          </a:p>
          <a:p>
            <a:r>
              <a:rPr lang="en-US" b="1" dirty="0"/>
              <a:t>Objective:</a:t>
            </a:r>
          </a:p>
          <a:p>
            <a:endParaRPr lang="en-US" dirty="0"/>
          </a:p>
          <a:p>
            <a:r>
              <a:rPr lang="en-US" b="1" dirty="0"/>
              <a:t>Primary Goal:</a:t>
            </a:r>
            <a:r>
              <a:rPr lang="en-US" dirty="0"/>
              <a:t> Immediately reduce the overall Wastage Percentage.</a:t>
            </a:r>
          </a:p>
          <a:p>
            <a:endParaRPr lang="en-US" dirty="0"/>
          </a:p>
          <a:p>
            <a:r>
              <a:rPr lang="en-US" b="1" dirty="0"/>
              <a:t>Secondary Goal:</a:t>
            </a:r>
            <a:r>
              <a:rPr lang="en-US" dirty="0"/>
              <a:t> Identify and address the top contributors to rejection, focusing exclusively      on the high-risk </a:t>
            </a:r>
            <a:r>
              <a:rPr lang="en-US" b="1" dirty="0"/>
              <a:t>Woven Label's</a:t>
            </a:r>
            <a:r>
              <a:rPr lang="en-US" dirty="0"/>
              <a:t> process.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96856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8C4D2-BD5B-06F4-0E74-AB3DBB39C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KPI Performance &amp; Core Insights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FAF61A9-52A1-1D9F-AA56-4CB35E14B4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7615249"/>
              </p:ext>
            </p:extLst>
          </p:nvPr>
        </p:nvGraphicFramePr>
        <p:xfrm>
          <a:off x="894809" y="1861628"/>
          <a:ext cx="9863828" cy="2739869"/>
        </p:xfrm>
        <a:graphic>
          <a:graphicData uri="http://schemas.openxmlformats.org/drawingml/2006/table">
            <a:tbl>
              <a:tblPr/>
              <a:tblGrid>
                <a:gridCol w="6228334">
                  <a:extLst>
                    <a:ext uri="{9D8B030D-6E8A-4147-A177-3AD203B41FA5}">
                      <a16:colId xmlns:a16="http://schemas.microsoft.com/office/drawing/2014/main" val="4136565359"/>
                    </a:ext>
                  </a:extLst>
                </a:gridCol>
                <a:gridCol w="3635494">
                  <a:extLst>
                    <a:ext uri="{9D8B030D-6E8A-4147-A177-3AD203B41FA5}">
                      <a16:colId xmlns:a16="http://schemas.microsoft.com/office/drawing/2014/main" val="3135222334"/>
                    </a:ext>
                  </a:extLst>
                </a:gridCol>
              </a:tblGrid>
              <a:tr h="4305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KPI Card</a:t>
                      </a:r>
                    </a:p>
                  </a:txBody>
                  <a:tcPr marL="103697" marR="103697" marT="51848" marB="518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Value</a:t>
                      </a:r>
                    </a:p>
                  </a:txBody>
                  <a:tcPr marL="103697" marR="103697" marT="51848" marB="518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6453219"/>
                  </a:ext>
                </a:extLst>
              </a:tr>
              <a:tr h="4305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Total Manufactured Qty</a:t>
                      </a:r>
                      <a:endParaRPr lang="en-IN" sz="2000"/>
                    </a:p>
                  </a:txBody>
                  <a:tcPr marL="103697" marR="103697" marT="51848" marB="518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86.77 Million</a:t>
                      </a:r>
                      <a:endParaRPr lang="en-IN" sz="2000"/>
                    </a:p>
                  </a:txBody>
                  <a:tcPr marL="103697" marR="103697" marT="51848" marB="518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6400277"/>
                  </a:ext>
                </a:extLst>
              </a:tr>
              <a:tr h="7241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Total Rejected Qty</a:t>
                      </a:r>
                      <a:endParaRPr lang="en-IN" sz="2000" dirty="0"/>
                    </a:p>
                  </a:txBody>
                  <a:tcPr marL="103697" marR="103697" marT="51848" marB="518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524.73 Thousand</a:t>
                      </a:r>
                      <a:endParaRPr lang="en-IN" sz="2000" dirty="0"/>
                    </a:p>
                  </a:txBody>
                  <a:tcPr marL="103697" marR="103697" marT="51848" marB="518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6445692"/>
                  </a:ext>
                </a:extLst>
              </a:tr>
              <a:tr h="4305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Wastage %</a:t>
                      </a:r>
                      <a:endParaRPr lang="en-IN" sz="2000"/>
                    </a:p>
                  </a:txBody>
                  <a:tcPr marL="103697" marR="103697" marT="51848" marB="518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0.61%</a:t>
                      </a:r>
                      <a:endParaRPr lang="en-IN" sz="2000"/>
                    </a:p>
                  </a:txBody>
                  <a:tcPr marL="103697" marR="103697" marT="51848" marB="518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6585330"/>
                  </a:ext>
                </a:extLst>
              </a:tr>
              <a:tr h="7241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Total Employees/Machines</a:t>
                      </a:r>
                      <a:endParaRPr lang="en-IN" sz="2000" dirty="0"/>
                    </a:p>
                  </a:txBody>
                  <a:tcPr marL="103697" marR="103697" marT="51848" marB="518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117</a:t>
                      </a:r>
                      <a:r>
                        <a:rPr lang="en-IN" sz="2000" dirty="0"/>
                        <a:t> / </a:t>
                      </a:r>
                      <a:r>
                        <a:rPr lang="en-IN" sz="2000" b="1" dirty="0"/>
                        <a:t>87</a:t>
                      </a:r>
                      <a:endParaRPr lang="en-IN" sz="2000" dirty="0"/>
                    </a:p>
                  </a:txBody>
                  <a:tcPr marL="103697" marR="103697" marT="51848" marB="518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4105542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F55965AB-73D3-D06C-9DD9-D291F12691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662" y="4445876"/>
            <a:ext cx="10568959" cy="282502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</a:rPr>
              <a:t>Core Insights: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</a:rPr>
              <a:t>Baseline: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</a:rPr>
              <a:t>0.61%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wastage is our current performance baseline.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</a:rPr>
              <a:t>Impact: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This rejection volume represents a significant loss in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</a:rPr>
              <a:t>material and labor costs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   for the month.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</a:rPr>
              <a:t>Urgency: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The overwhelming majority of this waste is driven by a single product line, which requires immediate attention.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140634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3FF1A-BFD5-5830-BB37-164BFA546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890" y="717402"/>
            <a:ext cx="5684355" cy="1169585"/>
          </a:xfrm>
        </p:spPr>
        <p:txBody>
          <a:bodyPr anchor="b">
            <a:normAutofit fontScale="90000"/>
          </a:bodyPr>
          <a:lstStyle/>
          <a:p>
            <a:r>
              <a:rPr lang="en-US" sz="3700" dirty="0"/>
              <a:t>Daily Trends and Root Cause Isolation</a:t>
            </a:r>
            <a:endParaRPr lang="en-IN" sz="3700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4E7E2B81-E2D5-2C93-0D33-C22CE92B965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5891" y="1956619"/>
            <a:ext cx="5640110" cy="490138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Process Spikes: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Rejections peaked significantly on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November 09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indicating a specific single-day failure event.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Personnel: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Employees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Ram Ji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Shruti Singh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consistently contribute highly to waste in the Woven Label's area.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Equipment: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Machine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MC050 / C007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is responsible for the largest single share of waste and is our top maintenance priority.</a:t>
            </a:r>
          </a:p>
        </p:txBody>
      </p:sp>
      <p:pic>
        <p:nvPicPr>
          <p:cNvPr id="7" name="Picture 6" descr="A graph with purple and green lines&#10;&#10;AI-generated content may be incorrect.">
            <a:extLst>
              <a:ext uri="{FF2B5EF4-FFF2-40B4-BE49-F238E27FC236}">
                <a16:creationId xmlns:a16="http://schemas.microsoft.com/office/drawing/2014/main" id="{AD7620C2-5278-B56F-AB66-279530FB63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4490" y="511277"/>
            <a:ext cx="5791200" cy="2572924"/>
          </a:xfrm>
          <a:prstGeom prst="rect">
            <a:avLst/>
          </a:prstGeom>
        </p:spPr>
      </p:pic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F1C83D9-CE8B-C415-4166-5F74314624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4490" y="3283974"/>
            <a:ext cx="5791200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952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01CC8-4107-DD40-C723-17B295FD8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215" y="346848"/>
            <a:ext cx="11294143" cy="16805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dirty="0"/>
              <a:t>Identifying the Source of Waste: Woven Label's vs. Printed Label's</a:t>
            </a:r>
          </a:p>
        </p:txBody>
      </p:sp>
      <p:pic>
        <p:nvPicPr>
          <p:cNvPr id="5" name="Content Placeholder 4" descr="A screenshot of a graph&#10;&#10;AI-generated content may be incorrect.">
            <a:extLst>
              <a:ext uri="{FF2B5EF4-FFF2-40B4-BE49-F238E27FC236}">
                <a16:creationId xmlns:a16="http://schemas.microsoft.com/office/drawing/2014/main" id="{A487C16E-1AD5-3A8F-AD6F-7135AA2219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13" y="1800381"/>
            <a:ext cx="3506040" cy="4249052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8C313D16-2C70-056B-9406-BF7CBC01F3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642" y="4278448"/>
            <a:ext cx="7717765" cy="223270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Conclusion: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The overall wastage of 0.61% is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almost entirely attributable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to 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Woven Label's Production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process.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The Printed Label's process is highly efficient and serves as an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internal benchmark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.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C58A00C-E592-4245-08F3-DAB4814813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1235430"/>
              </p:ext>
            </p:extLst>
          </p:nvPr>
        </p:nvGraphicFramePr>
        <p:xfrm>
          <a:off x="426215" y="2110722"/>
          <a:ext cx="6075068" cy="1956237"/>
        </p:xfrm>
        <a:graphic>
          <a:graphicData uri="http://schemas.openxmlformats.org/drawingml/2006/table">
            <a:tbl>
              <a:tblPr/>
              <a:tblGrid>
                <a:gridCol w="1248972">
                  <a:extLst>
                    <a:ext uri="{9D8B030D-6E8A-4147-A177-3AD203B41FA5}">
                      <a16:colId xmlns:a16="http://schemas.microsoft.com/office/drawing/2014/main" val="3157286668"/>
                    </a:ext>
                  </a:extLst>
                </a:gridCol>
                <a:gridCol w="1939647">
                  <a:extLst>
                    <a:ext uri="{9D8B030D-6E8A-4147-A177-3AD203B41FA5}">
                      <a16:colId xmlns:a16="http://schemas.microsoft.com/office/drawing/2014/main" val="1036190456"/>
                    </a:ext>
                  </a:extLst>
                </a:gridCol>
                <a:gridCol w="1507976">
                  <a:extLst>
                    <a:ext uri="{9D8B030D-6E8A-4147-A177-3AD203B41FA5}">
                      <a16:colId xmlns:a16="http://schemas.microsoft.com/office/drawing/2014/main" val="3501116008"/>
                    </a:ext>
                  </a:extLst>
                </a:gridCol>
                <a:gridCol w="1378473">
                  <a:extLst>
                    <a:ext uri="{9D8B030D-6E8A-4147-A177-3AD203B41FA5}">
                      <a16:colId xmlns:a16="http://schemas.microsoft.com/office/drawing/2014/main" val="2630713260"/>
                    </a:ext>
                  </a:extLst>
                </a:gridCol>
              </a:tblGrid>
              <a:tr h="65207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700" b="0" i="0" u="none" strike="noStrike" dirty="0">
                          <a:effectLst/>
                          <a:latin typeface="Arial" panose="020B0604020202020204" pitchFamily="34" charset="0"/>
                        </a:rPr>
                        <a:t>Product Type</a:t>
                      </a:r>
                    </a:p>
                  </a:txBody>
                  <a:tcPr marL="88119" marR="88119" marT="44059" marB="440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700" b="0" i="0" u="none" strike="noStrike">
                          <a:effectLst/>
                          <a:latin typeface="Arial" panose="020B0604020202020204" pitchFamily="34" charset="0"/>
                        </a:rPr>
                        <a:t>Manufactured Qty</a:t>
                      </a:r>
                    </a:p>
                  </a:txBody>
                  <a:tcPr marL="88119" marR="88119" marT="44059" marB="440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700" b="0" i="0" u="none" strike="noStrike">
                          <a:effectLst/>
                          <a:latin typeface="Arial" panose="020B0604020202020204" pitchFamily="34" charset="0"/>
                        </a:rPr>
                        <a:t>Rejected Qty</a:t>
                      </a:r>
                    </a:p>
                  </a:txBody>
                  <a:tcPr marL="88119" marR="88119" marT="44059" marB="440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700" b="0" i="0" u="none" strike="noStrike">
                          <a:effectLst/>
                          <a:latin typeface="Arial" panose="020B0604020202020204" pitchFamily="34" charset="0"/>
                        </a:rPr>
                        <a:t>Wastage %</a:t>
                      </a:r>
                    </a:p>
                  </a:txBody>
                  <a:tcPr marL="88119" marR="88119" marT="44059" marB="440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6885854"/>
                  </a:ext>
                </a:extLst>
              </a:tr>
              <a:tr h="65207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700" b="1" i="0" u="none" strike="noStrike" dirty="0">
                          <a:effectLst/>
                          <a:latin typeface="Arial" panose="020B0604020202020204" pitchFamily="34" charset="0"/>
                        </a:rPr>
                        <a:t>Woven Label's</a:t>
                      </a:r>
                      <a:endParaRPr lang="en-IN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119" marR="88119" marT="44059" marB="440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700" b="0" i="0" u="none" strike="noStrike">
                          <a:effectLst/>
                          <a:latin typeface="Arial" panose="020B0604020202020204" pitchFamily="34" charset="0"/>
                        </a:rPr>
                        <a:t>58.20 Million</a:t>
                      </a:r>
                    </a:p>
                  </a:txBody>
                  <a:tcPr marL="88119" marR="88119" marT="44059" marB="440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700" b="0" i="0" u="none" strike="noStrike">
                          <a:effectLst/>
                          <a:latin typeface="Arial" panose="020B0604020202020204" pitchFamily="34" charset="0"/>
                        </a:rPr>
                        <a:t>521.51 Thousand</a:t>
                      </a:r>
                    </a:p>
                  </a:txBody>
                  <a:tcPr marL="88119" marR="88119" marT="44059" marB="440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700" b="1" i="0" u="none" strike="noStrike">
                          <a:effectLst/>
                          <a:latin typeface="Arial" panose="020B0604020202020204" pitchFamily="34" charset="0"/>
                        </a:rPr>
                        <a:t>0.904%</a:t>
                      </a:r>
                      <a:endParaRPr lang="en-IN" sz="1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119" marR="88119" marT="44059" marB="440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6627797"/>
                  </a:ext>
                </a:extLst>
              </a:tr>
              <a:tr h="65207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700" b="1" i="0" u="none" strike="noStrike" dirty="0">
                          <a:effectLst/>
                          <a:latin typeface="Arial" panose="020B0604020202020204" pitchFamily="34" charset="0"/>
                        </a:rPr>
                        <a:t>Printed Label's</a:t>
                      </a:r>
                      <a:endParaRPr lang="en-IN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119" marR="88119" marT="44059" marB="440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700" b="0" i="0" u="none" strike="noStrike">
                          <a:effectLst/>
                          <a:latin typeface="Arial" panose="020B0604020202020204" pitchFamily="34" charset="0"/>
                        </a:rPr>
                        <a:t>28.57 Million</a:t>
                      </a:r>
                    </a:p>
                  </a:txBody>
                  <a:tcPr marL="88119" marR="88119" marT="44059" marB="440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700" b="0" i="0" u="none" strike="noStrike">
                          <a:effectLst/>
                          <a:latin typeface="Arial" panose="020B0604020202020204" pitchFamily="34" charset="0"/>
                        </a:rPr>
                        <a:t>3.22 Thousand</a:t>
                      </a:r>
                    </a:p>
                  </a:txBody>
                  <a:tcPr marL="88119" marR="88119" marT="44059" marB="440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700" b="1" i="0" u="none" strike="noStrike" dirty="0">
                          <a:effectLst/>
                          <a:latin typeface="Arial" panose="020B0604020202020204" pitchFamily="34" charset="0"/>
                        </a:rPr>
                        <a:t>0.011%</a:t>
                      </a:r>
                      <a:endParaRPr lang="en-IN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119" marR="88119" marT="44059" marB="440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74974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7379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B8CE6-A06A-5D26-54BF-DBF1DA80B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934"/>
            <a:ext cx="11430000" cy="1325563"/>
          </a:xfrm>
        </p:spPr>
        <p:txBody>
          <a:bodyPr/>
          <a:lstStyle/>
          <a:p>
            <a:r>
              <a:rPr lang="en-US" dirty="0"/>
              <a:t>Project Challenges and Key Learnings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620FF-5F69-A0BC-5C00-EFDC8B8E3C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779639"/>
            <a:ext cx="11430000" cy="4866967"/>
          </a:xfrm>
        </p:spPr>
        <p:txBody>
          <a:bodyPr>
            <a:normAutofit fontScale="92500"/>
          </a:bodyPr>
          <a:lstStyle/>
          <a:p>
            <a:r>
              <a:rPr lang="en-US" b="1" dirty="0"/>
              <a:t>Challenges:</a:t>
            </a:r>
            <a:endParaRPr lang="en-US" dirty="0"/>
          </a:p>
          <a:p>
            <a:r>
              <a:rPr lang="en-US" b="1" dirty="0"/>
              <a:t>Data Volume:</a:t>
            </a:r>
            <a:r>
              <a:rPr lang="en-US" dirty="0"/>
              <a:t> Only one month of data was available, preventing long-term trend analysis.</a:t>
            </a:r>
          </a:p>
          <a:p>
            <a:r>
              <a:rPr lang="en-US" b="1" dirty="0"/>
              <a:t>Data Granularity:</a:t>
            </a:r>
            <a:r>
              <a:rPr lang="en-US" dirty="0"/>
              <a:t> Detailed process-step timing was not consistently available, limiting deep cycle time optimization.</a:t>
            </a:r>
          </a:p>
          <a:p>
            <a:endParaRPr lang="en-US" dirty="0"/>
          </a:p>
          <a:p>
            <a:r>
              <a:rPr lang="en-US" b="1" dirty="0"/>
              <a:t>Learnings:</a:t>
            </a:r>
            <a:endParaRPr lang="en-US" dirty="0"/>
          </a:p>
          <a:p>
            <a:r>
              <a:rPr lang="en-US" b="1" dirty="0"/>
              <a:t>High-Impact Isolation:</a:t>
            </a:r>
            <a:r>
              <a:rPr lang="en-US" dirty="0"/>
              <a:t> Breaking data down by product type (</a:t>
            </a:r>
            <a:r>
              <a:rPr lang="en-US" b="1" dirty="0"/>
              <a:t>Woven vs. Printed</a:t>
            </a:r>
            <a:r>
              <a:rPr lang="en-US" dirty="0"/>
              <a:t>) proved the fastest way to isolate the core problem.</a:t>
            </a:r>
          </a:p>
          <a:p>
            <a:r>
              <a:rPr lang="en-US" b="1" dirty="0"/>
              <a:t>Efficiency Metric:</a:t>
            </a:r>
            <a:r>
              <a:rPr lang="en-US" dirty="0"/>
              <a:t> The 'Wastage %' calculation is the most effective single metric for rapid comparison and benchmarking.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73752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41B1D-A942-3C36-FCFB-A50CF6F2D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863714"/>
            <a:ext cx="11430000" cy="1325563"/>
          </a:xfrm>
        </p:spPr>
        <p:txBody>
          <a:bodyPr/>
          <a:lstStyle/>
          <a:p>
            <a:r>
              <a:rPr lang="en-US" dirty="0"/>
              <a:t>Prioritized Action Plan and Recommendations (Targeting Woven Label's)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B31C5-B6CD-FA23-DA82-BC603ABA5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2635046"/>
            <a:ext cx="11430000" cy="4129548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Immediate Action Plan:</a:t>
            </a:r>
          </a:p>
          <a:p>
            <a:endParaRPr lang="en-US" dirty="0"/>
          </a:p>
          <a:p>
            <a:r>
              <a:rPr lang="en-US" b="1" dirty="0"/>
              <a:t>High-Risk Machine Intervention:</a:t>
            </a:r>
            <a:r>
              <a:rPr lang="en-US" dirty="0"/>
              <a:t> Schedule a full calibration and service check for </a:t>
            </a:r>
            <a:r>
              <a:rPr lang="en-US" b="1" dirty="0"/>
              <a:t>Machine MC050 </a:t>
            </a:r>
            <a:r>
              <a:rPr lang="en-US" altLang="en-US" b="1" dirty="0">
                <a:latin typeface="Arial" panose="020B0604020202020204" pitchFamily="34" charset="0"/>
              </a:rPr>
              <a:t>/ C007</a:t>
            </a:r>
            <a:r>
              <a:rPr lang="en-US" dirty="0"/>
              <a:t> within 48 hours.</a:t>
            </a:r>
          </a:p>
          <a:p>
            <a:endParaRPr lang="en-US" dirty="0"/>
          </a:p>
          <a:p>
            <a:r>
              <a:rPr lang="en-US" b="1" dirty="0"/>
              <a:t>Targeted Retraining:</a:t>
            </a:r>
            <a:r>
              <a:rPr lang="en-US" dirty="0"/>
              <a:t> Implement mandatory refresher training for </a:t>
            </a:r>
            <a:r>
              <a:rPr lang="en-US" b="1" dirty="0"/>
              <a:t>Pooja Verma</a:t>
            </a:r>
            <a:r>
              <a:rPr lang="en-US" dirty="0"/>
              <a:t> and </a:t>
            </a:r>
            <a:r>
              <a:rPr lang="en-US" b="1" dirty="0"/>
              <a:t>Shruti Singh</a:t>
            </a:r>
            <a:r>
              <a:rPr lang="en-US" dirty="0"/>
              <a:t> focused on Woven Label's quality checks.</a:t>
            </a:r>
          </a:p>
          <a:p>
            <a:endParaRPr lang="en-US" dirty="0"/>
          </a:p>
          <a:p>
            <a:r>
              <a:rPr lang="en-US" b="1" dirty="0"/>
              <a:t>Process Audit:</a:t>
            </a:r>
            <a:r>
              <a:rPr lang="en-US" dirty="0"/>
              <a:t> Launch an immediate process audit on the Woven Label's operational procedures using the high-performing Printed Label's process as the standard.</a:t>
            </a:r>
          </a:p>
          <a:p>
            <a:endParaRPr lang="en-US" dirty="0"/>
          </a:p>
          <a:p>
            <a:r>
              <a:rPr lang="en-US" b="1" dirty="0"/>
              <a:t>Long-Term Goal:</a:t>
            </a:r>
            <a:endParaRPr lang="en-US" dirty="0"/>
          </a:p>
          <a:p>
            <a:r>
              <a:rPr lang="en-US" dirty="0"/>
              <a:t>Reduce the Woven Label's wastage rate from 0.90% to 0.40% next month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19711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C7BD5-11CA-9EC4-BB07-2ACCC8CB8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804721"/>
            <a:ext cx="11430000" cy="1325563"/>
          </a:xfrm>
        </p:spPr>
        <p:txBody>
          <a:bodyPr/>
          <a:lstStyle/>
          <a:p>
            <a:r>
              <a:rPr lang="en-IN" dirty="0"/>
              <a:t>Conclusion &amp; 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C95B7B-37FA-7BD5-C183-06F7940CF7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907458"/>
            <a:ext cx="11430000" cy="4680155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Summary:</a:t>
            </a:r>
          </a:p>
          <a:p>
            <a:endParaRPr lang="en-US" dirty="0"/>
          </a:p>
          <a:p>
            <a:r>
              <a:rPr lang="en-US" dirty="0"/>
              <a:t>The analysis successfully achieved its objective by pinpointing that the </a:t>
            </a:r>
            <a:r>
              <a:rPr lang="en-US" b="1" dirty="0"/>
              <a:t>Woven Label's Production</a:t>
            </a:r>
            <a:r>
              <a:rPr lang="en-US" dirty="0"/>
              <a:t> process is the overwhelming source of waste.</a:t>
            </a:r>
          </a:p>
          <a:p>
            <a:r>
              <a:rPr lang="en-US" dirty="0"/>
              <a:t>We have a clear, data-driven plan for operational improvement.</a:t>
            </a:r>
          </a:p>
          <a:p>
            <a:endParaRPr lang="en-US" dirty="0"/>
          </a:p>
          <a:p>
            <a:r>
              <a:rPr lang="en-US" b="1" dirty="0"/>
              <a:t>Next Steps:</a:t>
            </a:r>
            <a:endParaRPr lang="en-US" dirty="0"/>
          </a:p>
          <a:p>
            <a:r>
              <a:rPr lang="en-US" dirty="0"/>
              <a:t>Track performance against the recommendations over the next 30 days.</a:t>
            </a:r>
          </a:p>
          <a:p>
            <a:endParaRPr lang="en-US" dirty="0"/>
          </a:p>
          <a:p>
            <a:r>
              <a:rPr lang="en-US" dirty="0"/>
              <a:t>Begin collecting historical data to enable future Year-over-Year (YoY) analysis.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18945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BAB8239-F2E1-E9D2-99D6-152DD1E2D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54269" y="255639"/>
            <a:ext cx="12523250" cy="845574"/>
          </a:xfrm>
        </p:spPr>
        <p:txBody>
          <a:bodyPr/>
          <a:lstStyle/>
          <a:p>
            <a:pPr algn="ctr"/>
            <a:r>
              <a:rPr lang="en-IN" dirty="0"/>
              <a:t>Thank You</a:t>
            </a:r>
            <a:endParaRPr lang="en-US" dirty="0"/>
          </a:p>
        </p:txBody>
      </p:sp>
      <p:pic>
        <p:nvPicPr>
          <p:cNvPr id="3" name="Picture 2" descr="A screenshot of a data analysis dashboard&#10;&#10;AI-generated content may be incorrect.">
            <a:extLst>
              <a:ext uri="{FF2B5EF4-FFF2-40B4-BE49-F238E27FC236}">
                <a16:creationId xmlns:a16="http://schemas.microsoft.com/office/drawing/2014/main" id="{D9839F86-F9DF-E7F4-CD77-316B559ADF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486" y="1101213"/>
            <a:ext cx="11021962" cy="56142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56293228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Â design">
  <a:themeElements>
    <a:clrScheme name="Droplet">
      <a:dk1>
        <a:srgbClr val="000000"/>
      </a:dk1>
      <a:lt1>
        <a:srgbClr val="FFFFFF"/>
      </a:lt1>
      <a:dk2>
        <a:srgbClr val="0065A8"/>
      </a:dk2>
      <a:lt2>
        <a:srgbClr val="E7E6E6"/>
      </a:lt2>
      <a:accent1>
        <a:srgbClr val="FDCFFD"/>
      </a:accent1>
      <a:accent2>
        <a:srgbClr val="B6DFFF"/>
      </a:accent2>
      <a:accent3>
        <a:srgbClr val="8AE3A8"/>
      </a:accent3>
      <a:accent4>
        <a:srgbClr val="A69BFB"/>
      </a:accent4>
      <a:accent5>
        <a:srgbClr val="B5C3FF"/>
      </a:accent5>
      <a:accent6>
        <a:srgbClr val="73E9C4"/>
      </a:accent6>
      <a:hlink>
        <a:srgbClr val="0563C1"/>
      </a:hlink>
      <a:folHlink>
        <a:srgbClr val="954F72"/>
      </a:folHlink>
    </a:clrScheme>
    <a:fontScheme name="Custom 2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-Design-TM34316244_Win32_SD_v9" id="{3E0090C2-CA58-4B70-B5D1-01F921C14922}" vid="{00CD7D6A-B673-47B4-AF03-4EFC805EABB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DropletÂ design</Template>
  <TotalTime>102</TotalTime>
  <Words>896</Words>
  <Application>Microsoft Office PowerPoint</Application>
  <PresentationFormat>Widescreen</PresentationFormat>
  <Paragraphs>100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Aptos</vt:lpstr>
      <vt:lpstr>Arial</vt:lpstr>
      <vt:lpstr>DropletÂ design</vt:lpstr>
      <vt:lpstr>Manufacturing Performance Analysis: November 2015</vt:lpstr>
      <vt:lpstr>Data Scope and Project Objective</vt:lpstr>
      <vt:lpstr>KPI Performance &amp; Core Insights</vt:lpstr>
      <vt:lpstr>Daily Trends and Root Cause Isolation</vt:lpstr>
      <vt:lpstr>Identifying the Source of Waste: Woven Label's vs. Printed Label's</vt:lpstr>
      <vt:lpstr>Project Challenges and Key Learnings</vt:lpstr>
      <vt:lpstr>Prioritized Action Plan and Recommendations (Targeting Woven Label's)</vt:lpstr>
      <vt:lpstr>Conclusion &amp; Next Steps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</dc:creator>
  <cp:lastModifiedBy>Office</cp:lastModifiedBy>
  <cp:revision>5</cp:revision>
  <dcterms:created xsi:type="dcterms:W3CDTF">2025-10-02T09:04:30Z</dcterms:created>
  <dcterms:modified xsi:type="dcterms:W3CDTF">2025-10-07T11:49:58Z</dcterms:modified>
</cp:coreProperties>
</file>